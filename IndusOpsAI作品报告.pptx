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9" r:id="rId11"/>
    <p:sldId id="277" r:id="rId12"/>
    <p:sldId id="278" r:id="rId13"/>
    <p:sldId id="281" r:id="rId14"/>
    <p:sldId id="267" r:id="rId15"/>
    <p:sldId id="265" r:id="rId16"/>
    <p:sldId id="266" r:id="rId17"/>
    <p:sldId id="271" r:id="rId18"/>
    <p:sldId id="268" r:id="rId19"/>
    <p:sldId id="274" r:id="rId20"/>
    <p:sldId id="270" r:id="rId21"/>
    <p:sldId id="275" r:id="rId22"/>
    <p:sldId id="279" r:id="rId23"/>
    <p:sldId id="280" r:id="rId24"/>
    <p:sldId id="273" r:id="rId25"/>
    <p:sldId id="272" r:id="rId26"/>
    <p:sldId id="276" r:id="rId27"/>
  </p:sldIdLst>
  <p:sldSz cx="12192000" cy="6858000"/>
  <p:notesSz cx="6858000" cy="9144000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7" userDrawn="1">
          <p15:clr>
            <a:srgbClr val="A4A3A4"/>
          </p15:clr>
        </p15:guide>
        <p15:guide id="4" orient="horz" pos="648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60" d="100"/>
          <a:sy n="60" d="100"/>
        </p:scale>
        <p:origin x="108" y="462"/>
      </p:cViewPr>
      <p:guideLst>
        <p:guide pos="416"/>
        <p:guide pos="7256"/>
        <p:guide orient="horz" pos="647"/>
        <p:guide orient="horz" pos="648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39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matchingName="Title Slide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b7ff4a34-e711-4f25-9e9d-93a9dc2b052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3" t="4911" r="22859" b="491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20" name="组合 19" descr="23357b86-ba4c-42ff-99f8-1d0692a2faf1"/>
          <p:cNvGrpSpPr/>
          <p:nvPr/>
        </p:nvGrpSpPr>
        <p:grpSpPr>
          <a:xfrm>
            <a:off x="0" y="5193938"/>
            <a:ext cx="12192000" cy="1664063"/>
            <a:chOff x="0" y="5193938"/>
            <a:chExt cx="12192000" cy="1664063"/>
          </a:xfrm>
        </p:grpSpPr>
        <p:sp>
          <p:nvSpPr>
            <p:cNvPr id="19" name="任意多边形 18" descr="fd689b8c-a2e6-439e-8126-fdce7ed5e467"/>
            <p:cNvSpPr/>
            <p:nvPr/>
          </p:nvSpPr>
          <p:spPr>
            <a:xfrm>
              <a:off x="0" y="5193938"/>
              <a:ext cx="12192000" cy="1664063"/>
            </a:xfrm>
            <a:custGeom>
              <a:avLst/>
              <a:gdLst>
                <a:gd name="connsiteX0" fmla="*/ 0 w 12192000"/>
                <a:gd name="connsiteY0" fmla="*/ 0 h 1664063"/>
                <a:gd name="connsiteX1" fmla="*/ 233800 w 12192000"/>
                <a:gd name="connsiteY1" fmla="*/ 12908 h 1664063"/>
                <a:gd name="connsiteX2" fmla="*/ 717515 w 12192000"/>
                <a:gd name="connsiteY2" fmla="*/ 39613 h 1664063"/>
                <a:gd name="connsiteX3" fmla="*/ 2865486 w 12192000"/>
                <a:gd name="connsiteY3" fmla="*/ 375964 h 1664063"/>
                <a:gd name="connsiteX4" fmla="*/ 5067953 w 12192000"/>
                <a:gd name="connsiteY4" fmla="*/ 978904 h 1664063"/>
                <a:gd name="connsiteX5" fmla="*/ 11820666 w 12192000"/>
                <a:gd name="connsiteY5" fmla="*/ 802008 h 1664063"/>
                <a:gd name="connsiteX6" fmla="*/ 12192000 w 12192000"/>
                <a:gd name="connsiteY6" fmla="*/ 688246 h 1664063"/>
                <a:gd name="connsiteX7" fmla="*/ 12192000 w 12192000"/>
                <a:gd name="connsiteY7" fmla="*/ 1664063 h 1664063"/>
                <a:gd name="connsiteX8" fmla="*/ 11653282 w 12192000"/>
                <a:gd name="connsiteY8" fmla="*/ 1664063 h 1664063"/>
                <a:gd name="connsiteX9" fmla="*/ 10448308 w 12192000"/>
                <a:gd name="connsiteY9" fmla="*/ 1664063 h 1664063"/>
                <a:gd name="connsiteX10" fmla="*/ 9329366 w 12192000"/>
                <a:gd name="connsiteY10" fmla="*/ 1664063 h 1664063"/>
                <a:gd name="connsiteX11" fmla="*/ 8293270 w 12192000"/>
                <a:gd name="connsiteY11" fmla="*/ 1664063 h 1664063"/>
                <a:gd name="connsiteX12" fmla="*/ 7336833 w 12192000"/>
                <a:gd name="connsiteY12" fmla="*/ 1664063 h 1664063"/>
                <a:gd name="connsiteX13" fmla="*/ 6456867 w 12192000"/>
                <a:gd name="connsiteY13" fmla="*/ 1664063 h 1664063"/>
                <a:gd name="connsiteX14" fmla="*/ 5650189 w 12192000"/>
                <a:gd name="connsiteY14" fmla="*/ 1664063 h 1664063"/>
                <a:gd name="connsiteX15" fmla="*/ 4913610 w 12192000"/>
                <a:gd name="connsiteY15" fmla="*/ 1664063 h 1664063"/>
                <a:gd name="connsiteX16" fmla="*/ 4243944 w 12192000"/>
                <a:gd name="connsiteY16" fmla="*/ 1664063 h 1664063"/>
                <a:gd name="connsiteX17" fmla="*/ 3638004 w 12192000"/>
                <a:gd name="connsiteY17" fmla="*/ 1664063 h 1664063"/>
                <a:gd name="connsiteX18" fmla="*/ 3092606 w 12192000"/>
                <a:gd name="connsiteY18" fmla="*/ 1664063 h 1664063"/>
                <a:gd name="connsiteX19" fmla="*/ 2170688 w 12192000"/>
                <a:gd name="connsiteY19" fmla="*/ 1664063 h 1664063"/>
                <a:gd name="connsiteX20" fmla="*/ 1452696 w 12192000"/>
                <a:gd name="connsiteY20" fmla="*/ 1664063 h 1664063"/>
                <a:gd name="connsiteX21" fmla="*/ 913139 w 12192000"/>
                <a:gd name="connsiteY21" fmla="*/ 1664063 h 1664063"/>
                <a:gd name="connsiteX22" fmla="*/ 526528 w 12192000"/>
                <a:gd name="connsiteY22" fmla="*/ 1664063 h 1664063"/>
                <a:gd name="connsiteX23" fmla="*/ 267372 w 12192000"/>
                <a:gd name="connsiteY23" fmla="*/ 1664063 h 1664063"/>
                <a:gd name="connsiteX24" fmla="*/ 110177 w 12192000"/>
                <a:gd name="connsiteY24" fmla="*/ 1664063 h 1664063"/>
                <a:gd name="connsiteX25" fmla="*/ 29457 w 12192000"/>
                <a:gd name="connsiteY25" fmla="*/ 1664063 h 1664063"/>
                <a:gd name="connsiteX26" fmla="*/ 0 w 12192000"/>
                <a:gd name="connsiteY26" fmla="*/ 1664063 h 1664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192000" h="1664063">
                  <a:moveTo>
                    <a:pt x="0" y="0"/>
                  </a:moveTo>
                  <a:lnTo>
                    <a:pt x="233800" y="12908"/>
                  </a:lnTo>
                  <a:cubicBezTo>
                    <a:pt x="717515" y="39613"/>
                    <a:pt x="717515" y="39613"/>
                    <a:pt x="717515" y="39613"/>
                  </a:cubicBezTo>
                  <a:cubicBezTo>
                    <a:pt x="1466807" y="79477"/>
                    <a:pt x="2193393" y="194085"/>
                    <a:pt x="2865486" y="375964"/>
                  </a:cubicBezTo>
                  <a:cubicBezTo>
                    <a:pt x="5067953" y="978904"/>
                    <a:pt x="5067953" y="978904"/>
                    <a:pt x="5067953" y="978904"/>
                  </a:cubicBezTo>
                  <a:cubicBezTo>
                    <a:pt x="7220465" y="1564404"/>
                    <a:pt x="9777142" y="1499625"/>
                    <a:pt x="11820666" y="802008"/>
                  </a:cubicBezTo>
                  <a:lnTo>
                    <a:pt x="12192000" y="688246"/>
                  </a:lnTo>
                  <a:lnTo>
                    <a:pt x="12192000" y="1664063"/>
                  </a:lnTo>
                  <a:lnTo>
                    <a:pt x="11653282" y="1664063"/>
                  </a:lnTo>
                  <a:lnTo>
                    <a:pt x="10448308" y="1664063"/>
                  </a:lnTo>
                  <a:lnTo>
                    <a:pt x="9329366" y="1664063"/>
                  </a:lnTo>
                  <a:lnTo>
                    <a:pt x="8293270" y="1664063"/>
                  </a:lnTo>
                  <a:lnTo>
                    <a:pt x="7336833" y="1664063"/>
                  </a:lnTo>
                  <a:lnTo>
                    <a:pt x="6456867" y="1664063"/>
                  </a:lnTo>
                  <a:lnTo>
                    <a:pt x="5650189" y="1664063"/>
                  </a:lnTo>
                  <a:lnTo>
                    <a:pt x="4913610" y="1664063"/>
                  </a:lnTo>
                  <a:lnTo>
                    <a:pt x="4243944" y="1664063"/>
                  </a:lnTo>
                  <a:lnTo>
                    <a:pt x="3638004" y="1664063"/>
                  </a:lnTo>
                  <a:lnTo>
                    <a:pt x="3092606" y="1664063"/>
                  </a:lnTo>
                  <a:lnTo>
                    <a:pt x="2170688" y="1664063"/>
                  </a:lnTo>
                  <a:lnTo>
                    <a:pt x="1452696" y="1664063"/>
                  </a:lnTo>
                  <a:lnTo>
                    <a:pt x="913139" y="1664063"/>
                  </a:lnTo>
                  <a:lnTo>
                    <a:pt x="526528" y="1664063"/>
                  </a:lnTo>
                  <a:lnTo>
                    <a:pt x="267372" y="1664063"/>
                  </a:lnTo>
                  <a:lnTo>
                    <a:pt x="110177" y="1664063"/>
                  </a:lnTo>
                  <a:lnTo>
                    <a:pt x="29457" y="1664063"/>
                  </a:lnTo>
                  <a:lnTo>
                    <a:pt x="0" y="166406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100000">
                  <a:schemeClr val="accent2"/>
                </a:gs>
              </a:gsLst>
              <a:lin ang="8100000" scaled="1"/>
            </a:gradFill>
            <a:ln>
              <a:noFill/>
            </a:ln>
            <a:effectLst>
              <a:outerShdw blurRad="254000" dist="190500" dir="5400000" algn="ctr" rotWithShape="0">
                <a:schemeClr val="accent2">
                  <a:alpha val="2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7" name="任意多边形 16" descr="ea7eec34-49ef-4a04-9a1a-78228e847166"/>
            <p:cNvSpPr/>
            <p:nvPr/>
          </p:nvSpPr>
          <p:spPr>
            <a:xfrm>
              <a:off x="0" y="5213800"/>
              <a:ext cx="12192000" cy="1644200"/>
            </a:xfrm>
            <a:custGeom>
              <a:avLst/>
              <a:gdLst>
                <a:gd name="connsiteX0" fmla="*/ 0 w 12192000"/>
                <a:gd name="connsiteY0" fmla="*/ 0 h 1644200"/>
                <a:gd name="connsiteX1" fmla="*/ 265080 w 12192000"/>
                <a:gd name="connsiteY1" fmla="*/ 83064 h 1644200"/>
                <a:gd name="connsiteX2" fmla="*/ 2940412 w 12192000"/>
                <a:gd name="connsiteY2" fmla="*/ 921404 h 1644200"/>
                <a:gd name="connsiteX3" fmla="*/ 11777520 w 12192000"/>
                <a:gd name="connsiteY3" fmla="*/ 764395 h 1644200"/>
                <a:gd name="connsiteX4" fmla="*/ 12192000 w 12192000"/>
                <a:gd name="connsiteY4" fmla="*/ 625953 h 1644200"/>
                <a:gd name="connsiteX5" fmla="*/ 12192000 w 12192000"/>
                <a:gd name="connsiteY5" fmla="*/ 1644200 h 1644200"/>
                <a:gd name="connsiteX6" fmla="*/ 0 w 12192000"/>
                <a:gd name="connsiteY6" fmla="*/ 1644200 h 164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644200">
                  <a:moveTo>
                    <a:pt x="0" y="0"/>
                  </a:moveTo>
                  <a:lnTo>
                    <a:pt x="265080" y="83064"/>
                  </a:lnTo>
                  <a:cubicBezTo>
                    <a:pt x="2940412" y="921404"/>
                    <a:pt x="2940412" y="921404"/>
                    <a:pt x="2940412" y="921404"/>
                  </a:cubicBezTo>
                  <a:cubicBezTo>
                    <a:pt x="5705982" y="1786198"/>
                    <a:pt x="9120936" y="1726385"/>
                    <a:pt x="11777520" y="764395"/>
                  </a:cubicBezTo>
                  <a:lnTo>
                    <a:pt x="12192000" y="625953"/>
                  </a:lnTo>
                  <a:lnTo>
                    <a:pt x="12192000" y="1644200"/>
                  </a:lnTo>
                  <a:lnTo>
                    <a:pt x="0" y="16442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/>
                </a:gs>
              </a:gsLst>
              <a:lin ang="8100000" scaled="1"/>
            </a:gradFill>
            <a:ln>
              <a:noFill/>
            </a:ln>
            <a:effectLst>
              <a:outerShdw blurRad="254000" dist="190500" dir="5400000" algn="ctr" rotWithShape="0">
                <a:schemeClr val="accent1">
                  <a:alpha val="2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</p:grpSp>
      <p:sp>
        <p:nvSpPr>
          <p:cNvPr id="5" name="标题 4" descr="3a75c7ea-470b-40f8-834b-a1d7f4eed2d7"/>
          <p:cNvSpPr>
            <a:spLocks noGrp="1"/>
          </p:cNvSpPr>
          <p:nvPr>
            <p:ph type="ctrTitle" hasCustomPrompt="1"/>
          </p:nvPr>
        </p:nvSpPr>
        <p:spPr>
          <a:xfrm>
            <a:off x="6534150" y="1089023"/>
            <a:ext cx="4991100" cy="2641855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9" name="副标题 8" descr="2d951e3f-d9c5-4f66-8433-9a7675737bae"/>
          <p:cNvSpPr>
            <a:spLocks noGrp="1"/>
          </p:cNvSpPr>
          <p:nvPr>
            <p:ph type="subTitle" sz="quarter" idx="1" hasCustomPrompt="1"/>
          </p:nvPr>
        </p:nvSpPr>
        <p:spPr>
          <a:xfrm>
            <a:off x="6527800" y="3733800"/>
            <a:ext cx="4991100" cy="11141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lang="en-US"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/>
              <a:t>Click to add subtitle</a:t>
            </a:r>
            <a:endParaRPr lang="en-US"/>
          </a:p>
        </p:txBody>
      </p:sp>
      <p:sp>
        <p:nvSpPr>
          <p:cNvPr id="4" name="文本占位符 3" descr="a3aaf27c-2034-4116-948a-b35faa10b4ee"/>
          <p:cNvSpPr>
            <a:spLocks noGrp="1"/>
          </p:cNvSpPr>
          <p:nvPr>
            <p:ph type="body" sz="quarter" idx="13" hasCustomPrompt="1"/>
          </p:nvPr>
        </p:nvSpPr>
        <p:spPr>
          <a:xfrm>
            <a:off x="6527798" y="5435346"/>
            <a:ext cx="4991099" cy="276480"/>
          </a:xfrm>
          <a:prstGeom prst="rect">
            <a:avLst/>
          </a:prstGeom>
          <a:noFill/>
        </p:spPr>
        <p:txBody>
          <a:bodyPr wrap="square" lIns="90000" anchor="ctr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/>
              <a:t>Presenter name</a:t>
            </a:r>
            <a:endParaRPr lang="en-US"/>
          </a:p>
        </p:txBody>
      </p:sp>
      <p:sp>
        <p:nvSpPr>
          <p:cNvPr id="7" name="文本占位符 6" descr="71915672-0035-428b-a2ab-7370cad6eefd"/>
          <p:cNvSpPr>
            <a:spLocks noGrp="1"/>
          </p:cNvSpPr>
          <p:nvPr>
            <p:ph type="body" sz="quarter" idx="14" hasCustomPrompt="1"/>
          </p:nvPr>
        </p:nvSpPr>
        <p:spPr>
          <a:xfrm>
            <a:off x="6527798" y="5714747"/>
            <a:ext cx="4991099" cy="276480"/>
          </a:xfrm>
          <a:prstGeom prst="rect">
            <a:avLst/>
          </a:prstGeom>
          <a:noFill/>
        </p:spPr>
        <p:txBody>
          <a:bodyPr wrap="none" anchor="ctr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1200"/>
            </a:lvl1pPr>
          </a:lstStyle>
          <a:p>
            <a:pPr lvl="0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fad21036-8ec9-48a5-ae61-f22a2482804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内容占位符 2" descr="7d7bfd12-b49f-46a4-a2ad-128bfb42955d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日期占位符 3" descr="e3e2dacb-5e86-48c4-841d-ca6285a05e8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a405d631-2359-4874-b6f6-5e7628ec303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7478429e-9e0b-4479-ba26-e81503d498d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 descr="ca660b31-5864-462f-a131-b8ca068b7adf"/>
          <p:cNvSpPr>
            <a:spLocks noGrp="1"/>
          </p:cNvSpPr>
          <p:nvPr>
            <p:ph type="title" hasCustomPrompt="1"/>
          </p:nvPr>
        </p:nvSpPr>
        <p:spPr>
          <a:xfrm>
            <a:off x="660400" y="1500188"/>
            <a:ext cx="2836800" cy="914400"/>
          </a:xfrm>
          <a:prstGeom prst="rect">
            <a:avLst/>
          </a:prstGeom>
        </p:spPr>
        <p:txBody>
          <a:bodyPr wrap="none" anchor="t">
            <a:normAutofit/>
          </a:bodyPr>
          <a:lstStyle>
            <a:lvl1pPr algn="r">
              <a:lnSpc>
                <a:spcPct val="100000"/>
              </a:lnSpc>
              <a:defRPr sz="2800"/>
            </a:lvl1pPr>
          </a:lstStyle>
          <a:p>
            <a:pPr lvl="0"/>
            <a:r>
              <a:rPr lang="zh-CN" altLang="en-US"/>
              <a:t>Agenda</a:t>
            </a:r>
            <a:endParaRPr lang="en-US"/>
          </a:p>
        </p:txBody>
      </p:sp>
      <p:sp>
        <p:nvSpPr>
          <p:cNvPr id="11" name="内容占位符 10" descr="5cac7e5d-6e93-4383-a49b-eecddc174bd0"/>
          <p:cNvSpPr>
            <a:spLocks noGrp="1"/>
          </p:cNvSpPr>
          <p:nvPr>
            <p:ph sz="quarter" idx="1" hasCustomPrompt="1"/>
          </p:nvPr>
        </p:nvSpPr>
        <p:spPr>
          <a:xfrm>
            <a:off x="3746500" y="1500187"/>
            <a:ext cx="7772400" cy="463320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2" name="日期占位符 1" descr="76540cdf-974d-41ad-81ca-67efd9e3a5c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 descr="c40609fa-a18b-4e50-8b9f-7afa80db49f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iSlide</a:t>
            </a:r>
            <a:endParaRPr lang="zh-CN" altLang="en-US"/>
          </a:p>
        </p:txBody>
      </p:sp>
      <p:sp>
        <p:nvSpPr>
          <p:cNvPr id="4" name="灯片编号占位符 3" descr="c1600d3c-8924-410d-a260-bff6ec9c24a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  <p:grpSp>
        <p:nvGrpSpPr>
          <p:cNvPr id="9" name="组合 8" descr="d44e0a65-15f0-4c31-8f96-3dc2acf4a883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  <p:cxnSp>
          <p:nvCxnSpPr>
            <p:cNvPr id="10" name="直接连接符 9" descr="fac2e0ac-e083-4998-9ad0-314b3a7e85ad"/>
            <p:cNvCxnSpPr/>
            <p:nvPr/>
          </p:nvCxnSpPr>
          <p:spPr>
            <a:xfrm flipH="1"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3175" cap="flat" cmpd="sng" algn="ctr">
              <a:solidFill>
                <a:schemeClr val="tx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任意多边形 11" descr="fd09b4b6-adb8-40cf-9d2f-d2adac7ce74f"/>
            <p:cNvSpPr>
              <a:spLocks noChangeAspect="1"/>
            </p:cNvSpPr>
            <p:nvPr/>
          </p:nvSpPr>
          <p:spPr bwMode="auto">
            <a:xfrm>
              <a:off x="2626456" y="5219207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matchingName="Section Header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 descr="da157031-2919-43c2-945b-4e702f9eb55a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3" name="图片 12" descr="a0ed09c8-5546-43cf-9bd8-6b29228a81dd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72" t="15639" r="39407" b="13047"/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12" name="矩形 11" descr="6a3301c7-aac3-462d-8925-bba22b332e9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20000"/>
                    <a:lumOff val="80000"/>
                  </a:schemeClr>
                </a:gs>
                <a:gs pos="72000">
                  <a:schemeClr val="bg1">
                    <a:alpha val="8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grpSp>
          <p:nvGrpSpPr>
            <p:cNvPr id="7" name="组合 6" descr="e4d3d56c-7322-4450-ac96-5f89f73e2e87"/>
            <p:cNvGrpSpPr/>
            <p:nvPr/>
          </p:nvGrpSpPr>
          <p:grpSpPr>
            <a:xfrm>
              <a:off x="0" y="4724400"/>
              <a:ext cx="12192000" cy="2133600"/>
              <a:chOff x="0" y="4711718"/>
              <a:chExt cx="12192000" cy="2133600"/>
            </a:xfrm>
          </p:grpSpPr>
          <p:sp>
            <p:nvSpPr>
              <p:cNvPr id="9" name="任意多边形 8" descr="a4d06dae-8687-4f8d-954e-6d031077d880"/>
              <p:cNvSpPr/>
              <p:nvPr/>
            </p:nvSpPr>
            <p:spPr>
              <a:xfrm>
                <a:off x="0" y="4711718"/>
                <a:ext cx="12192000" cy="2133600"/>
              </a:xfrm>
              <a:custGeom>
                <a:avLst/>
                <a:gdLst>
                  <a:gd name="connsiteX0" fmla="*/ 12192000 w 12192000"/>
                  <a:gd name="connsiteY0" fmla="*/ 0 h 2133600"/>
                  <a:gd name="connsiteX1" fmla="*/ 12192000 w 12192000"/>
                  <a:gd name="connsiteY1" fmla="*/ 2133600 h 2133600"/>
                  <a:gd name="connsiteX2" fmla="*/ 11084058 w 12192000"/>
                  <a:gd name="connsiteY2" fmla="*/ 2133600 h 2133600"/>
                  <a:gd name="connsiteX3" fmla="*/ 10045340 w 12192000"/>
                  <a:gd name="connsiteY3" fmla="*/ 2133600 h 2133600"/>
                  <a:gd name="connsiteX4" fmla="*/ 9073611 w 12192000"/>
                  <a:gd name="connsiteY4" fmla="*/ 2133600 h 2133600"/>
                  <a:gd name="connsiteX5" fmla="*/ 8166640 w 12192000"/>
                  <a:gd name="connsiteY5" fmla="*/ 2133600 h 2133600"/>
                  <a:gd name="connsiteX6" fmla="*/ 7322192 w 12192000"/>
                  <a:gd name="connsiteY6" fmla="*/ 2133600 h 2133600"/>
                  <a:gd name="connsiteX7" fmla="*/ 6538036 w 12192000"/>
                  <a:gd name="connsiteY7" fmla="*/ 2133600 h 2133600"/>
                  <a:gd name="connsiteX8" fmla="*/ 5811938 w 12192000"/>
                  <a:gd name="connsiteY8" fmla="*/ 2133600 h 2133600"/>
                  <a:gd name="connsiteX9" fmla="*/ 5141665 w 12192000"/>
                  <a:gd name="connsiteY9" fmla="*/ 2133600 h 2133600"/>
                  <a:gd name="connsiteX10" fmla="*/ 4524984 w 12192000"/>
                  <a:gd name="connsiteY10" fmla="*/ 2133600 h 2133600"/>
                  <a:gd name="connsiteX11" fmla="*/ 3959662 w 12192000"/>
                  <a:gd name="connsiteY11" fmla="*/ 2133600 h 2133600"/>
                  <a:gd name="connsiteX12" fmla="*/ 3443466 w 12192000"/>
                  <a:gd name="connsiteY12" fmla="*/ 2133600 h 2133600"/>
                  <a:gd name="connsiteX13" fmla="*/ 2974163 w 12192000"/>
                  <a:gd name="connsiteY13" fmla="*/ 2133600 h 2133600"/>
                  <a:gd name="connsiteX14" fmla="*/ 2549520 w 12192000"/>
                  <a:gd name="connsiteY14" fmla="*/ 2133600 h 2133600"/>
                  <a:gd name="connsiteX15" fmla="*/ 2167304 w 12192000"/>
                  <a:gd name="connsiteY15" fmla="*/ 2133600 h 2133600"/>
                  <a:gd name="connsiteX16" fmla="*/ 1521222 w 12192000"/>
                  <a:gd name="connsiteY16" fmla="*/ 2133600 h 2133600"/>
                  <a:gd name="connsiteX17" fmla="*/ 1018052 w 12192000"/>
                  <a:gd name="connsiteY17" fmla="*/ 2133600 h 2133600"/>
                  <a:gd name="connsiteX18" fmla="*/ 639930 w 12192000"/>
                  <a:gd name="connsiteY18" fmla="*/ 2133600 h 2133600"/>
                  <a:gd name="connsiteX19" fmla="*/ 368992 w 12192000"/>
                  <a:gd name="connsiteY19" fmla="*/ 2133600 h 2133600"/>
                  <a:gd name="connsiteX20" fmla="*/ 187375 w 12192000"/>
                  <a:gd name="connsiteY20" fmla="*/ 2133600 h 2133600"/>
                  <a:gd name="connsiteX21" fmla="*/ 77213 w 12192000"/>
                  <a:gd name="connsiteY21" fmla="*/ 2133600 h 2133600"/>
                  <a:gd name="connsiteX22" fmla="*/ 20644 w 12192000"/>
                  <a:gd name="connsiteY22" fmla="*/ 2133600 h 2133600"/>
                  <a:gd name="connsiteX23" fmla="*/ 0 w 12192000"/>
                  <a:gd name="connsiteY23" fmla="*/ 2133600 h 2133600"/>
                  <a:gd name="connsiteX24" fmla="*/ 0 w 12192000"/>
                  <a:gd name="connsiteY24" fmla="*/ 321 h 2133600"/>
                  <a:gd name="connsiteX25" fmla="*/ 163848 w 12192000"/>
                  <a:gd name="connsiteY25" fmla="*/ 16869 h 2133600"/>
                  <a:gd name="connsiteX26" fmla="*/ 502836 w 12192000"/>
                  <a:gd name="connsiteY26" fmla="*/ 51104 h 2133600"/>
                  <a:gd name="connsiteX27" fmla="*/ 2008138 w 12192000"/>
                  <a:gd name="connsiteY27" fmla="*/ 482296 h 2133600"/>
                  <a:gd name="connsiteX28" fmla="*/ 3551630 w 12192000"/>
                  <a:gd name="connsiteY28" fmla="*/ 1255247 h 2133600"/>
                  <a:gd name="connsiteX29" fmla="*/ 8283943 w 12192000"/>
                  <a:gd name="connsiteY29" fmla="*/ 1028472 h 2133600"/>
                  <a:gd name="connsiteX30" fmla="*/ 9852894 w 12192000"/>
                  <a:gd name="connsiteY30" fmla="*/ 421610 h 2133600"/>
                  <a:gd name="connsiteX31" fmla="*/ 12192000 w 12192000"/>
                  <a:gd name="connsiteY31" fmla="*/ 0 h 213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2192000" h="2133600">
                    <a:moveTo>
                      <a:pt x="12192000" y="0"/>
                    </a:moveTo>
                    <a:lnTo>
                      <a:pt x="12192000" y="2133600"/>
                    </a:lnTo>
                    <a:lnTo>
                      <a:pt x="11084058" y="2133600"/>
                    </a:lnTo>
                    <a:lnTo>
                      <a:pt x="10045340" y="2133600"/>
                    </a:lnTo>
                    <a:lnTo>
                      <a:pt x="9073611" y="2133600"/>
                    </a:lnTo>
                    <a:lnTo>
                      <a:pt x="8166640" y="2133600"/>
                    </a:lnTo>
                    <a:lnTo>
                      <a:pt x="7322192" y="2133600"/>
                    </a:lnTo>
                    <a:lnTo>
                      <a:pt x="6538036" y="2133600"/>
                    </a:lnTo>
                    <a:lnTo>
                      <a:pt x="5811938" y="2133600"/>
                    </a:lnTo>
                    <a:lnTo>
                      <a:pt x="5141665" y="2133600"/>
                    </a:lnTo>
                    <a:lnTo>
                      <a:pt x="4524984" y="2133600"/>
                    </a:lnTo>
                    <a:lnTo>
                      <a:pt x="3959662" y="2133600"/>
                    </a:lnTo>
                    <a:lnTo>
                      <a:pt x="3443466" y="2133600"/>
                    </a:lnTo>
                    <a:lnTo>
                      <a:pt x="2974163" y="2133600"/>
                    </a:lnTo>
                    <a:lnTo>
                      <a:pt x="2549520" y="2133600"/>
                    </a:lnTo>
                    <a:lnTo>
                      <a:pt x="2167304" y="2133600"/>
                    </a:lnTo>
                    <a:lnTo>
                      <a:pt x="1521222" y="2133600"/>
                    </a:lnTo>
                    <a:lnTo>
                      <a:pt x="1018052" y="2133600"/>
                    </a:lnTo>
                    <a:lnTo>
                      <a:pt x="639930" y="2133600"/>
                    </a:lnTo>
                    <a:lnTo>
                      <a:pt x="368992" y="2133600"/>
                    </a:lnTo>
                    <a:lnTo>
                      <a:pt x="187375" y="2133600"/>
                    </a:lnTo>
                    <a:lnTo>
                      <a:pt x="77213" y="2133600"/>
                    </a:lnTo>
                    <a:lnTo>
                      <a:pt x="20644" y="2133600"/>
                    </a:lnTo>
                    <a:lnTo>
                      <a:pt x="0" y="2133600"/>
                    </a:lnTo>
                    <a:lnTo>
                      <a:pt x="0" y="321"/>
                    </a:lnTo>
                    <a:lnTo>
                      <a:pt x="163848" y="16869"/>
                    </a:lnTo>
                    <a:cubicBezTo>
                      <a:pt x="502836" y="51104"/>
                      <a:pt x="502836" y="51104"/>
                      <a:pt x="502836" y="51104"/>
                    </a:cubicBezTo>
                    <a:cubicBezTo>
                      <a:pt x="1027941" y="102209"/>
                      <a:pt x="1537134" y="249133"/>
                      <a:pt x="2008138" y="482296"/>
                    </a:cubicBezTo>
                    <a:cubicBezTo>
                      <a:pt x="3551630" y="1255247"/>
                      <a:pt x="3551630" y="1255247"/>
                      <a:pt x="3551630" y="1255247"/>
                    </a:cubicBezTo>
                    <a:cubicBezTo>
                      <a:pt x="5060114" y="2005840"/>
                      <a:pt x="6851838" y="1922795"/>
                      <a:pt x="8283943" y="1028472"/>
                    </a:cubicBezTo>
                    <a:cubicBezTo>
                      <a:pt x="8764494" y="728235"/>
                      <a:pt x="9295964" y="523818"/>
                      <a:pt x="9852894" y="421610"/>
                    </a:cubicBezTo>
                    <a:cubicBezTo>
                      <a:pt x="12192000" y="0"/>
                      <a:pt x="12192000" y="0"/>
                      <a:pt x="1219200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  <a:alpha val="0"/>
                    </a:schemeClr>
                  </a:gs>
                  <a:gs pos="100000">
                    <a:schemeClr val="accent2"/>
                  </a:gs>
                </a:gsLst>
                <a:lin ang="8100000" scaled="1"/>
              </a:gradFill>
              <a:ln>
                <a:noFill/>
              </a:ln>
              <a:effectLst>
                <a:outerShdw blurRad="254000" dist="190500" dir="5400000" algn="ctr" rotWithShape="0">
                  <a:schemeClr val="accent2">
                    <a:alpha val="2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10" name="任意多边形 9" descr="ee74c49f-bc00-4bb1-b446-a6f3468dd858"/>
              <p:cNvSpPr/>
              <p:nvPr/>
            </p:nvSpPr>
            <p:spPr>
              <a:xfrm>
                <a:off x="0" y="4711718"/>
                <a:ext cx="12192000" cy="2133600"/>
              </a:xfrm>
              <a:custGeom>
                <a:avLst/>
                <a:gdLst>
                  <a:gd name="connsiteX0" fmla="*/ 11509360 w 12192000"/>
                  <a:gd name="connsiteY0" fmla="*/ 0 h 2133600"/>
                  <a:gd name="connsiteX1" fmla="*/ 12182896 w 12192000"/>
                  <a:gd name="connsiteY1" fmla="*/ 0 h 2133600"/>
                  <a:gd name="connsiteX2" fmla="*/ 12192000 w 12192000"/>
                  <a:gd name="connsiteY2" fmla="*/ 0 h 2133600"/>
                  <a:gd name="connsiteX3" fmla="*/ 12192000 w 12192000"/>
                  <a:gd name="connsiteY3" fmla="*/ 2133600 h 2133600"/>
                  <a:gd name="connsiteX4" fmla="*/ 0 w 12192000"/>
                  <a:gd name="connsiteY4" fmla="*/ 2133600 h 2133600"/>
                  <a:gd name="connsiteX5" fmla="*/ 0 w 12192000"/>
                  <a:gd name="connsiteY5" fmla="*/ 910 h 2133600"/>
                  <a:gd name="connsiteX6" fmla="*/ 185769 w 12192000"/>
                  <a:gd name="connsiteY6" fmla="*/ 107397 h 2133600"/>
                  <a:gd name="connsiteX7" fmla="*/ 2060646 w 12192000"/>
                  <a:gd name="connsiteY7" fmla="*/ 1182123 h 2133600"/>
                  <a:gd name="connsiteX8" fmla="*/ 8253706 w 12192000"/>
                  <a:gd name="connsiteY8" fmla="*/ 980843 h 2133600"/>
                  <a:gd name="connsiteX9" fmla="*/ 11509360 w 12192000"/>
                  <a:gd name="connsiteY9" fmla="*/ 0 h 213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192000" h="2133600">
                    <a:moveTo>
                      <a:pt x="11509360" y="0"/>
                    </a:moveTo>
                    <a:cubicBezTo>
                      <a:pt x="12022532" y="0"/>
                      <a:pt x="12150824" y="0"/>
                      <a:pt x="12182896" y="0"/>
                    </a:cubicBezTo>
                    <a:lnTo>
                      <a:pt x="12192000" y="0"/>
                    </a:lnTo>
                    <a:lnTo>
                      <a:pt x="12192000" y="2133600"/>
                    </a:lnTo>
                    <a:lnTo>
                      <a:pt x="0" y="2133600"/>
                    </a:lnTo>
                    <a:lnTo>
                      <a:pt x="0" y="910"/>
                    </a:lnTo>
                    <a:lnTo>
                      <a:pt x="185769" y="107397"/>
                    </a:lnTo>
                    <a:cubicBezTo>
                      <a:pt x="2060646" y="1182123"/>
                      <a:pt x="2060646" y="1182123"/>
                      <a:pt x="2060646" y="1182123"/>
                    </a:cubicBezTo>
                    <a:cubicBezTo>
                      <a:pt x="3998762" y="2290763"/>
                      <a:pt x="6391968" y="2214085"/>
                      <a:pt x="8253706" y="980843"/>
                    </a:cubicBezTo>
                    <a:cubicBezTo>
                      <a:pt x="9217992" y="341857"/>
                      <a:pt x="10350944" y="0"/>
                      <a:pt x="1150936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  <a:alpha val="0"/>
                    </a:schemeClr>
                  </a:gs>
                  <a:gs pos="100000">
                    <a:schemeClr val="accent1"/>
                  </a:gs>
                </a:gsLst>
                <a:lin ang="8100000" scaled="1"/>
              </a:gradFill>
              <a:ln>
                <a:noFill/>
              </a:ln>
              <a:effectLst>
                <a:outerShdw blurRad="254000" dist="190500" dir="5400000" algn="ctr" rotWithShape="0">
                  <a:schemeClr val="accent1">
                    <a:alpha val="2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</p:grpSp>
      <p:sp>
        <p:nvSpPr>
          <p:cNvPr id="5" name="标题 4" descr="06d3941e-8a11-47b2-bbba-67b81cb5b5e8"/>
          <p:cNvSpPr>
            <a:spLocks noGrp="1"/>
          </p:cNvSpPr>
          <p:nvPr>
            <p:ph type="title" hasCustomPrompt="1"/>
          </p:nvPr>
        </p:nvSpPr>
        <p:spPr>
          <a:xfrm>
            <a:off x="1356853" y="1808184"/>
            <a:ext cx="9465596" cy="1484371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3200"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25" name="文本占位符 24" descr="14e00bc8-4ee5-4c75-90b7-6ba85f1a152a"/>
          <p:cNvSpPr>
            <a:spLocks noGrp="1"/>
          </p:cNvSpPr>
          <p:nvPr>
            <p:ph type="body" sz="quarter" idx="1" hasCustomPrompt="1"/>
          </p:nvPr>
        </p:nvSpPr>
        <p:spPr>
          <a:xfrm>
            <a:off x="1356853" y="3304409"/>
            <a:ext cx="9465596" cy="156911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</p:txBody>
      </p:sp>
      <p:sp>
        <p:nvSpPr>
          <p:cNvPr id="4" name="日期占位符 3" descr="3c38dfdd-ad14-4a65-99ce-d6ff930e28ec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 descr="a5dcd157-cb7a-46a5-9e50-a468eb0872db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iSlide</a:t>
            </a:r>
            <a:endParaRPr lang="zh-CN" altLang="en-US"/>
          </a:p>
        </p:txBody>
      </p:sp>
      <p:sp>
        <p:nvSpPr>
          <p:cNvPr id="8" name="灯片编号占位符 7" descr="6fa90b8d-be37-40f3-93a0-d33248bba9e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64abdbec-cd99-4bd8-a1fb-8f1042f7d3c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日期占位符 2" descr="a0440d9e-bdeb-4cd6-80b5-4c78d51b985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beae4ce9-6348-45d2-b298-15959c4088f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 descr="b068607b-1ebc-4e8f-9a2a-44404da993c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b98795bb-af0b-4a19-9d0f-af2fd34cb44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ac75c7f0-4abb-40de-8ff6-cfb966574c4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 descr="8e690190-56cc-4ad7-937f-8ba874e5d5e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Closing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e4fb593-0f58-46d7-aa64-efefa4e3c86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3" t="4911" r="22859" b="491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3" name="组合 2" descr="e0ba9668-43fe-4235-a9ba-801ea1df248f"/>
          <p:cNvGrpSpPr/>
          <p:nvPr/>
        </p:nvGrpSpPr>
        <p:grpSpPr>
          <a:xfrm>
            <a:off x="0" y="5193938"/>
            <a:ext cx="12192000" cy="1664063"/>
            <a:chOff x="0" y="5193938"/>
            <a:chExt cx="12192000" cy="1664063"/>
          </a:xfrm>
        </p:grpSpPr>
        <p:sp>
          <p:nvSpPr>
            <p:cNvPr id="6" name="任意多边形 5" descr="21a5d6d3-baed-42da-9446-623a45bf54c8"/>
            <p:cNvSpPr/>
            <p:nvPr/>
          </p:nvSpPr>
          <p:spPr>
            <a:xfrm>
              <a:off x="0" y="5193938"/>
              <a:ext cx="12192000" cy="1664063"/>
            </a:xfrm>
            <a:custGeom>
              <a:avLst/>
              <a:gdLst>
                <a:gd name="connsiteX0" fmla="*/ 0 w 12192000"/>
                <a:gd name="connsiteY0" fmla="*/ 0 h 1664063"/>
                <a:gd name="connsiteX1" fmla="*/ 233800 w 12192000"/>
                <a:gd name="connsiteY1" fmla="*/ 12908 h 1664063"/>
                <a:gd name="connsiteX2" fmla="*/ 717515 w 12192000"/>
                <a:gd name="connsiteY2" fmla="*/ 39613 h 1664063"/>
                <a:gd name="connsiteX3" fmla="*/ 2865486 w 12192000"/>
                <a:gd name="connsiteY3" fmla="*/ 375964 h 1664063"/>
                <a:gd name="connsiteX4" fmla="*/ 5067953 w 12192000"/>
                <a:gd name="connsiteY4" fmla="*/ 978904 h 1664063"/>
                <a:gd name="connsiteX5" fmla="*/ 11820666 w 12192000"/>
                <a:gd name="connsiteY5" fmla="*/ 802008 h 1664063"/>
                <a:gd name="connsiteX6" fmla="*/ 12192000 w 12192000"/>
                <a:gd name="connsiteY6" fmla="*/ 688246 h 1664063"/>
                <a:gd name="connsiteX7" fmla="*/ 12192000 w 12192000"/>
                <a:gd name="connsiteY7" fmla="*/ 1664063 h 1664063"/>
                <a:gd name="connsiteX8" fmla="*/ 11653282 w 12192000"/>
                <a:gd name="connsiteY8" fmla="*/ 1664063 h 1664063"/>
                <a:gd name="connsiteX9" fmla="*/ 10448308 w 12192000"/>
                <a:gd name="connsiteY9" fmla="*/ 1664063 h 1664063"/>
                <a:gd name="connsiteX10" fmla="*/ 9329366 w 12192000"/>
                <a:gd name="connsiteY10" fmla="*/ 1664063 h 1664063"/>
                <a:gd name="connsiteX11" fmla="*/ 8293270 w 12192000"/>
                <a:gd name="connsiteY11" fmla="*/ 1664063 h 1664063"/>
                <a:gd name="connsiteX12" fmla="*/ 7336833 w 12192000"/>
                <a:gd name="connsiteY12" fmla="*/ 1664063 h 1664063"/>
                <a:gd name="connsiteX13" fmla="*/ 6456867 w 12192000"/>
                <a:gd name="connsiteY13" fmla="*/ 1664063 h 1664063"/>
                <a:gd name="connsiteX14" fmla="*/ 5650189 w 12192000"/>
                <a:gd name="connsiteY14" fmla="*/ 1664063 h 1664063"/>
                <a:gd name="connsiteX15" fmla="*/ 4913610 w 12192000"/>
                <a:gd name="connsiteY15" fmla="*/ 1664063 h 1664063"/>
                <a:gd name="connsiteX16" fmla="*/ 4243944 w 12192000"/>
                <a:gd name="connsiteY16" fmla="*/ 1664063 h 1664063"/>
                <a:gd name="connsiteX17" fmla="*/ 3638004 w 12192000"/>
                <a:gd name="connsiteY17" fmla="*/ 1664063 h 1664063"/>
                <a:gd name="connsiteX18" fmla="*/ 3092606 w 12192000"/>
                <a:gd name="connsiteY18" fmla="*/ 1664063 h 1664063"/>
                <a:gd name="connsiteX19" fmla="*/ 2170688 w 12192000"/>
                <a:gd name="connsiteY19" fmla="*/ 1664063 h 1664063"/>
                <a:gd name="connsiteX20" fmla="*/ 1452696 w 12192000"/>
                <a:gd name="connsiteY20" fmla="*/ 1664063 h 1664063"/>
                <a:gd name="connsiteX21" fmla="*/ 913139 w 12192000"/>
                <a:gd name="connsiteY21" fmla="*/ 1664063 h 1664063"/>
                <a:gd name="connsiteX22" fmla="*/ 526528 w 12192000"/>
                <a:gd name="connsiteY22" fmla="*/ 1664063 h 1664063"/>
                <a:gd name="connsiteX23" fmla="*/ 267372 w 12192000"/>
                <a:gd name="connsiteY23" fmla="*/ 1664063 h 1664063"/>
                <a:gd name="connsiteX24" fmla="*/ 110177 w 12192000"/>
                <a:gd name="connsiteY24" fmla="*/ 1664063 h 1664063"/>
                <a:gd name="connsiteX25" fmla="*/ 29457 w 12192000"/>
                <a:gd name="connsiteY25" fmla="*/ 1664063 h 1664063"/>
                <a:gd name="connsiteX26" fmla="*/ 0 w 12192000"/>
                <a:gd name="connsiteY26" fmla="*/ 1664063 h 1664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192000" h="1664063">
                  <a:moveTo>
                    <a:pt x="0" y="0"/>
                  </a:moveTo>
                  <a:lnTo>
                    <a:pt x="233800" y="12908"/>
                  </a:lnTo>
                  <a:cubicBezTo>
                    <a:pt x="717515" y="39613"/>
                    <a:pt x="717515" y="39613"/>
                    <a:pt x="717515" y="39613"/>
                  </a:cubicBezTo>
                  <a:cubicBezTo>
                    <a:pt x="1466807" y="79477"/>
                    <a:pt x="2193393" y="194085"/>
                    <a:pt x="2865486" y="375964"/>
                  </a:cubicBezTo>
                  <a:cubicBezTo>
                    <a:pt x="5067953" y="978904"/>
                    <a:pt x="5067953" y="978904"/>
                    <a:pt x="5067953" y="978904"/>
                  </a:cubicBezTo>
                  <a:cubicBezTo>
                    <a:pt x="7220465" y="1564404"/>
                    <a:pt x="9777142" y="1499625"/>
                    <a:pt x="11820666" y="802008"/>
                  </a:cubicBezTo>
                  <a:lnTo>
                    <a:pt x="12192000" y="688246"/>
                  </a:lnTo>
                  <a:lnTo>
                    <a:pt x="12192000" y="1664063"/>
                  </a:lnTo>
                  <a:lnTo>
                    <a:pt x="11653282" y="1664063"/>
                  </a:lnTo>
                  <a:lnTo>
                    <a:pt x="10448308" y="1664063"/>
                  </a:lnTo>
                  <a:lnTo>
                    <a:pt x="9329366" y="1664063"/>
                  </a:lnTo>
                  <a:lnTo>
                    <a:pt x="8293270" y="1664063"/>
                  </a:lnTo>
                  <a:lnTo>
                    <a:pt x="7336833" y="1664063"/>
                  </a:lnTo>
                  <a:lnTo>
                    <a:pt x="6456867" y="1664063"/>
                  </a:lnTo>
                  <a:lnTo>
                    <a:pt x="5650189" y="1664063"/>
                  </a:lnTo>
                  <a:lnTo>
                    <a:pt x="4913610" y="1664063"/>
                  </a:lnTo>
                  <a:lnTo>
                    <a:pt x="4243944" y="1664063"/>
                  </a:lnTo>
                  <a:lnTo>
                    <a:pt x="3638004" y="1664063"/>
                  </a:lnTo>
                  <a:lnTo>
                    <a:pt x="3092606" y="1664063"/>
                  </a:lnTo>
                  <a:lnTo>
                    <a:pt x="2170688" y="1664063"/>
                  </a:lnTo>
                  <a:lnTo>
                    <a:pt x="1452696" y="1664063"/>
                  </a:lnTo>
                  <a:lnTo>
                    <a:pt x="913139" y="1664063"/>
                  </a:lnTo>
                  <a:lnTo>
                    <a:pt x="526528" y="1664063"/>
                  </a:lnTo>
                  <a:lnTo>
                    <a:pt x="267372" y="1664063"/>
                  </a:lnTo>
                  <a:lnTo>
                    <a:pt x="110177" y="1664063"/>
                  </a:lnTo>
                  <a:lnTo>
                    <a:pt x="29457" y="1664063"/>
                  </a:lnTo>
                  <a:lnTo>
                    <a:pt x="0" y="166406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60000"/>
                    <a:lumOff val="40000"/>
                    <a:alpha val="0"/>
                  </a:schemeClr>
                </a:gs>
                <a:gs pos="100000">
                  <a:schemeClr val="accent2"/>
                </a:gs>
              </a:gsLst>
              <a:lin ang="8100000" scaled="1"/>
            </a:gradFill>
            <a:ln>
              <a:noFill/>
            </a:ln>
            <a:effectLst>
              <a:outerShdw blurRad="254000" dist="190500" dir="5400000" algn="ctr" rotWithShape="0">
                <a:schemeClr val="accent2">
                  <a:alpha val="2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8" name="任意多边形 7" descr="64653d11-a92a-4ae8-8386-35069aed16f7"/>
            <p:cNvSpPr/>
            <p:nvPr/>
          </p:nvSpPr>
          <p:spPr>
            <a:xfrm>
              <a:off x="0" y="5213800"/>
              <a:ext cx="12192000" cy="1644200"/>
            </a:xfrm>
            <a:custGeom>
              <a:avLst/>
              <a:gdLst>
                <a:gd name="connsiteX0" fmla="*/ 0 w 12192000"/>
                <a:gd name="connsiteY0" fmla="*/ 0 h 1644200"/>
                <a:gd name="connsiteX1" fmla="*/ 265080 w 12192000"/>
                <a:gd name="connsiteY1" fmla="*/ 83064 h 1644200"/>
                <a:gd name="connsiteX2" fmla="*/ 2940412 w 12192000"/>
                <a:gd name="connsiteY2" fmla="*/ 921404 h 1644200"/>
                <a:gd name="connsiteX3" fmla="*/ 11777520 w 12192000"/>
                <a:gd name="connsiteY3" fmla="*/ 764395 h 1644200"/>
                <a:gd name="connsiteX4" fmla="*/ 12192000 w 12192000"/>
                <a:gd name="connsiteY4" fmla="*/ 625953 h 1644200"/>
                <a:gd name="connsiteX5" fmla="*/ 12192000 w 12192000"/>
                <a:gd name="connsiteY5" fmla="*/ 1644200 h 1644200"/>
                <a:gd name="connsiteX6" fmla="*/ 0 w 12192000"/>
                <a:gd name="connsiteY6" fmla="*/ 1644200 h 164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644200">
                  <a:moveTo>
                    <a:pt x="0" y="0"/>
                  </a:moveTo>
                  <a:lnTo>
                    <a:pt x="265080" y="83064"/>
                  </a:lnTo>
                  <a:cubicBezTo>
                    <a:pt x="2940412" y="921404"/>
                    <a:pt x="2940412" y="921404"/>
                    <a:pt x="2940412" y="921404"/>
                  </a:cubicBezTo>
                  <a:cubicBezTo>
                    <a:pt x="5705982" y="1786198"/>
                    <a:pt x="9120936" y="1726385"/>
                    <a:pt x="11777520" y="764395"/>
                  </a:cubicBezTo>
                  <a:lnTo>
                    <a:pt x="12192000" y="625953"/>
                  </a:lnTo>
                  <a:lnTo>
                    <a:pt x="12192000" y="1644200"/>
                  </a:lnTo>
                  <a:lnTo>
                    <a:pt x="0" y="16442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/>
                </a:gs>
              </a:gsLst>
              <a:lin ang="8100000" scaled="1"/>
            </a:gradFill>
            <a:ln>
              <a:noFill/>
            </a:ln>
            <a:effectLst>
              <a:outerShdw blurRad="254000" dist="190500" dir="5400000" algn="ctr" rotWithShape="0">
                <a:schemeClr val="accent1">
                  <a:alpha val="2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</p:grpSp>
      <p:sp>
        <p:nvSpPr>
          <p:cNvPr id="5" name="标题 4" descr="8f2c51f6-207c-4572-84c8-9f1cf04becdb"/>
          <p:cNvSpPr>
            <a:spLocks noGrp="1"/>
          </p:cNvSpPr>
          <p:nvPr>
            <p:ph type="title" hasCustomPrompt="1"/>
          </p:nvPr>
        </p:nvSpPr>
        <p:spPr>
          <a:xfrm>
            <a:off x="6991350" y="1089024"/>
            <a:ext cx="4527550" cy="2644776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60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4" name="文本占位符 3" descr="e0861a7f-6f1c-427c-ab97-8100985de26b"/>
          <p:cNvSpPr>
            <a:spLocks noGrp="1"/>
          </p:cNvSpPr>
          <p:nvPr>
            <p:ph type="body" sz="quarter" idx="13" hasCustomPrompt="1"/>
          </p:nvPr>
        </p:nvSpPr>
        <p:spPr>
          <a:xfrm>
            <a:off x="6991350" y="5491977"/>
            <a:ext cx="452755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Presenter name</a:t>
            </a:r>
            <a:endParaRPr lang="en-US"/>
          </a:p>
        </p:txBody>
      </p:sp>
      <p:sp>
        <p:nvSpPr>
          <p:cNvPr id="7" name="文本占位符 6" descr="fd246f36-8ce0-4a36-914b-1a8960bf2295"/>
          <p:cNvSpPr>
            <a:spLocks noGrp="1"/>
          </p:cNvSpPr>
          <p:nvPr>
            <p:ph type="body" sz="quarter" idx="14" hasCustomPrompt="1"/>
          </p:nvPr>
        </p:nvSpPr>
        <p:spPr>
          <a:xfrm>
            <a:off x="6991350" y="5773936"/>
            <a:ext cx="452755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40000"/>
                <a:lumOff val="60000"/>
              </a:schemeClr>
            </a:gs>
            <a:gs pos="72000">
              <a:schemeClr val="bg1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-1" y="0"/>
            <a:ext cx="12192001" cy="6881749"/>
            <a:chOff x="-1" y="0"/>
            <a:chExt cx="12192001" cy="6881749"/>
          </a:xfrm>
        </p:grpSpPr>
        <p:grpSp>
          <p:nvGrpSpPr>
            <p:cNvPr id="8" name="组合 7"/>
            <p:cNvGrpSpPr/>
            <p:nvPr/>
          </p:nvGrpSpPr>
          <p:grpSpPr>
            <a:xfrm>
              <a:off x="-1" y="6140922"/>
              <a:ext cx="2019301" cy="740827"/>
              <a:chOff x="-1" y="5337528"/>
              <a:chExt cx="4209143" cy="1544221"/>
            </a:xfrm>
          </p:grpSpPr>
          <p:sp>
            <p:nvSpPr>
              <p:cNvPr id="19" name="对角圆角矩形 18"/>
              <p:cNvSpPr/>
              <p:nvPr/>
            </p:nvSpPr>
            <p:spPr>
              <a:xfrm>
                <a:off x="1" y="5337528"/>
                <a:ext cx="1524000" cy="1520472"/>
              </a:xfrm>
              <a:prstGeom prst="round2DiagRect">
                <a:avLst>
                  <a:gd name="adj1" fmla="val 0"/>
                  <a:gd name="adj2" fmla="val 35681"/>
                </a:avLst>
              </a:prstGeom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1"/>
                  </a:gs>
                </a:gsLst>
                <a:lin ang="81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20" name="对角圆角矩形 19"/>
              <p:cNvSpPr/>
              <p:nvPr/>
            </p:nvSpPr>
            <p:spPr>
              <a:xfrm>
                <a:off x="-1" y="5708651"/>
                <a:ext cx="4209143" cy="1173098"/>
              </a:xfrm>
              <a:prstGeom prst="round2DiagRect">
                <a:avLst>
                  <a:gd name="adj1" fmla="val 0"/>
                  <a:gd name="adj2" fmla="val 50000"/>
                </a:avLst>
              </a:prstGeom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81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21" name="任意多边形 20"/>
              <p:cNvSpPr/>
              <p:nvPr/>
            </p:nvSpPr>
            <p:spPr>
              <a:xfrm>
                <a:off x="0" y="6056026"/>
                <a:ext cx="2866571" cy="801975"/>
              </a:xfrm>
              <a:custGeom>
                <a:avLst/>
                <a:gdLst>
                  <a:gd name="connsiteX0" fmla="*/ 0 w 2866571"/>
                  <a:gd name="connsiteY0" fmla="*/ 0 h 801975"/>
                  <a:gd name="connsiteX1" fmla="*/ 2280022 w 2866571"/>
                  <a:gd name="connsiteY1" fmla="*/ 0 h 801975"/>
                  <a:gd name="connsiteX2" fmla="*/ 2866571 w 2866571"/>
                  <a:gd name="connsiteY2" fmla="*/ 586549 h 801975"/>
                  <a:gd name="connsiteX3" fmla="*/ 2866571 w 2866571"/>
                  <a:gd name="connsiteY3" fmla="*/ 801975 h 801975"/>
                  <a:gd name="connsiteX4" fmla="*/ 2866571 w 2866571"/>
                  <a:gd name="connsiteY4" fmla="*/ 801975 h 801975"/>
                  <a:gd name="connsiteX5" fmla="*/ 91440 w 2866571"/>
                  <a:gd name="connsiteY5" fmla="*/ 893415 h 893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6571" h="801975">
                    <a:moveTo>
                      <a:pt x="0" y="0"/>
                    </a:moveTo>
                    <a:lnTo>
                      <a:pt x="2280022" y="0"/>
                    </a:lnTo>
                    <a:cubicBezTo>
                      <a:pt x="2603964" y="0"/>
                      <a:pt x="2866571" y="262607"/>
                      <a:pt x="2866571" y="586549"/>
                    </a:cubicBezTo>
                    <a:lnTo>
                      <a:pt x="2866571" y="801975"/>
                    </a:lnTo>
                  </a:path>
                </a:pathLst>
              </a:custGeom>
              <a:noFill/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10096499" y="0"/>
              <a:ext cx="2095501" cy="1183640"/>
              <a:chOff x="10096499" y="0"/>
              <a:chExt cx="2095501" cy="1183640"/>
            </a:xfrm>
          </p:grpSpPr>
          <p:sp>
            <p:nvSpPr>
              <p:cNvPr id="14" name="对角圆角矩形 13"/>
              <p:cNvSpPr/>
              <p:nvPr/>
            </p:nvSpPr>
            <p:spPr>
              <a:xfrm>
                <a:off x="10604499" y="0"/>
                <a:ext cx="1587501" cy="773431"/>
              </a:xfrm>
              <a:prstGeom prst="round2DiagRect">
                <a:avLst>
                  <a:gd name="adj1" fmla="val 0"/>
                  <a:gd name="adj2" fmla="val 50000"/>
                </a:avLst>
              </a:prstGeom>
              <a:gradFill flip="none" rotWithShape="1"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162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15" name="对角圆角矩形 14"/>
              <p:cNvSpPr/>
              <p:nvPr/>
            </p:nvSpPr>
            <p:spPr>
              <a:xfrm>
                <a:off x="10096499" y="283528"/>
                <a:ext cx="1587501" cy="489903"/>
              </a:xfrm>
              <a:prstGeom prst="round2DiagRect">
                <a:avLst>
                  <a:gd name="adj1" fmla="val 0"/>
                  <a:gd name="adj2" fmla="val 50000"/>
                </a:avLst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  <p:sp>
            <p:nvSpPr>
              <p:cNvPr id="18" name="对角圆角矩形 17"/>
              <p:cNvSpPr/>
              <p:nvPr/>
            </p:nvSpPr>
            <p:spPr>
              <a:xfrm>
                <a:off x="11518900" y="599918"/>
                <a:ext cx="508000" cy="583722"/>
              </a:xfrm>
              <a:prstGeom prst="round2DiagRect">
                <a:avLst>
                  <a:gd name="adj1" fmla="val 0"/>
                  <a:gd name="adj2" fmla="val 50000"/>
                </a:avLst>
              </a:prstGeom>
              <a:gradFill flip="none" rotWithShape="1">
                <a:gsLst>
                  <a:gs pos="0">
                    <a:schemeClr val="accent2">
                      <a:alpha val="50000"/>
                    </a:schemeClr>
                  </a:gs>
                  <a:gs pos="100000">
                    <a:schemeClr val="accent1">
                      <a:alpha val="50000"/>
                    </a:schemeClr>
                  </a:gs>
                </a:gsLst>
                <a:lin ang="162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  <p:sp>
        <p:nvSpPr>
          <p:cNvPr id="16" name="对角圆角矩形 15"/>
          <p:cNvSpPr/>
          <p:nvPr/>
        </p:nvSpPr>
        <p:spPr>
          <a:xfrm>
            <a:off x="10096499" y="283528"/>
            <a:ext cx="1587501" cy="489903"/>
          </a:xfrm>
          <a:prstGeom prst="round2DiagRect">
            <a:avLst>
              <a:gd name="adj1" fmla="val 0"/>
              <a:gd name="adj2" fmla="val 50000"/>
            </a:avLst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slideLayout" Target="../slideLayouts/slideLayout5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8" Type="http://schemas.openxmlformats.org/officeDocument/2006/relationships/slideLayout" Target="../slideLayouts/slideLayout5.xml"/><Relationship Id="rId17" Type="http://schemas.openxmlformats.org/officeDocument/2006/relationships/tags" Target="../tags/tag38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3a75c7ea-470b-40f8-834b-a1d7f4eed2d7"/>
          <p:cNvSpPr>
            <a:spLocks noGrp="1"/>
          </p:cNvSpPr>
          <p:nvPr>
            <p:ph type="ctrTitle" hasCustomPrompt="1"/>
          </p:nvPr>
        </p:nvSpPr>
        <p:spPr/>
        <p:txBody>
          <a:bodyPr anchorCtr="0"/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5400" b="1" i="0" u="none">
                <a:solidFill>
                  <a:srgbClr val="2F2F2F"/>
                </a:solidFill>
                <a:latin typeface="Arial" panose="020B0604020202020204"/>
              </a:rPr>
              <a:t>IndusOpsAI</a:t>
            </a:r>
            <a:endParaRPr lang="en-US" sz="5400" b="1" i="0" u="none">
              <a:solidFill>
                <a:srgbClr val="2F2F2F"/>
              </a:solidFill>
              <a:latin typeface="Arial" panose="020B0604020202020204"/>
            </a:endParaRPr>
          </a:p>
        </p:txBody>
      </p:sp>
      <p:sp>
        <p:nvSpPr>
          <p:cNvPr id="9" name="副标题 8" descr="2d951e3f-d9c5-4f66-8433-9a7675737bae"/>
          <p:cNvSpPr>
            <a:spLocks noGrp="1"/>
          </p:cNvSpPr>
          <p:nvPr>
            <p:ph type="subTitle" sz="quarter" idx="1" hasCustomPrompt="1"/>
          </p:nvPr>
        </p:nvSpPr>
        <p:spPr/>
        <p:txBody>
          <a:bodyPr anchorCtr="0">
            <a:normAutofit/>
          </a:bodyPr>
          <a:lstStyle/>
          <a:p>
            <a:pPr algn="r">
              <a:lnSpc>
                <a:spcPct val="100000"/>
              </a:lnSpc>
              <a:spcBef>
                <a:spcPts val="1000"/>
              </a:spcBef>
            </a:pPr>
            <a:r>
              <a:rPr lang="zh-CN" altLang="en-US" sz="2000" b="0" i="0" u="none">
                <a:solidFill>
                  <a:srgbClr val="2F2F2F"/>
                </a:solidFill>
                <a:ea typeface="微软雅黑" panose="020B0503020204020204" pitchFamily="34" charset="-122"/>
              </a:rPr>
              <a:t>融合</a:t>
            </a:r>
            <a:r>
              <a:rPr lang="en-US" altLang="zh-CN" sz="2000" b="0" i="0" u="none">
                <a:solidFill>
                  <a:srgbClr val="2F2F2F"/>
                </a:solidFill>
                <a:ea typeface="微软雅黑" panose="020B0503020204020204" pitchFamily="34" charset="-122"/>
              </a:rPr>
              <a:t>IoTDB</a:t>
            </a:r>
            <a:r>
              <a:rPr lang="zh-CN" altLang="en-US" sz="2000" b="0" i="0" u="none">
                <a:solidFill>
                  <a:srgbClr val="2F2F2F"/>
                </a:solidFill>
                <a:ea typeface="微软雅黑" panose="020B0503020204020204" pitchFamily="34" charset="-122"/>
              </a:rPr>
              <a:t>、</a:t>
            </a:r>
            <a:r>
              <a:rPr lang="en-US" altLang="zh-CN" sz="2000" b="0" i="0" u="none">
                <a:solidFill>
                  <a:srgbClr val="2F2F2F"/>
                </a:solidFill>
                <a:ea typeface="微软雅黑" panose="020B0503020204020204" pitchFamily="34" charset="-122"/>
              </a:rPr>
              <a:t>OpenDigger</a:t>
            </a:r>
            <a:r>
              <a:rPr lang="zh-CN" altLang="en-US" sz="2000" b="0" i="0" u="none">
                <a:solidFill>
                  <a:srgbClr val="2F2F2F"/>
                </a:solidFill>
                <a:ea typeface="微软雅黑" panose="020B0503020204020204" pitchFamily="34" charset="-122"/>
              </a:rPr>
              <a:t>、</a:t>
            </a:r>
            <a:r>
              <a:rPr lang="en-US" altLang="zh-CN" sz="2000" b="0" i="0" u="none">
                <a:solidFill>
                  <a:srgbClr val="2F2F2F"/>
                </a:solidFill>
                <a:ea typeface="微软雅黑" panose="020B0503020204020204" pitchFamily="34" charset="-122"/>
              </a:rPr>
              <a:t>DataEase</a:t>
            </a:r>
            <a:r>
              <a:rPr lang="zh-CN" altLang="en-US" sz="2000" b="0" i="0" u="none">
                <a:solidFill>
                  <a:srgbClr val="2F2F2F"/>
                </a:solidFill>
                <a:ea typeface="微软雅黑" panose="020B0503020204020204" pitchFamily="34" charset="-122"/>
              </a:rPr>
              <a:t>、</a:t>
            </a:r>
            <a:r>
              <a:rPr lang="en-US" altLang="zh-CN" sz="2000" b="0" i="0" u="none">
                <a:solidFill>
                  <a:srgbClr val="2F2F2F"/>
                </a:solidFill>
                <a:ea typeface="微软雅黑" panose="020B0503020204020204" pitchFamily="34" charset="-122"/>
              </a:rPr>
              <a:t>MaxK</a:t>
            </a:r>
            <a:r>
              <a:rPr lang="zh-CN" altLang="en-US" sz="2000" b="0" i="0" u="none">
                <a:solidFill>
                  <a:srgbClr val="2F2F2F"/>
                </a:solidFill>
                <a:ea typeface="微软雅黑" panose="020B0503020204020204" pitchFamily="34" charset="-122"/>
              </a:rPr>
              <a:t>的</a:t>
            </a:r>
            <a:r>
              <a:rPr lang="en-US" sz="2000" b="0" i="0" u="none">
                <a:solidFill>
                  <a:srgbClr val="2F2F2F"/>
                </a:solidFill>
                <a:ea typeface="微软雅黑" panose="020B0503020204020204" pitchFamily="34" charset="-122"/>
              </a:rPr>
              <a:t>工业物联网设备运维智能赋能平台</a:t>
            </a:r>
            <a:endParaRPr lang="en-US" sz="2000" b="0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  <p:sp>
        <p:nvSpPr>
          <p:cNvPr id="4" name="文本占位符 3" descr="a3aaf27c-2034-4116-948a-b35faa10b4ee"/>
          <p:cNvSpPr>
            <a:spLocks noGrp="1"/>
          </p:cNvSpPr>
          <p:nvPr>
            <p:ph type="body" sz="quarter" idx="13" hasCustomPrompt="1"/>
          </p:nvPr>
        </p:nvSpPr>
        <p:spPr/>
        <p:txBody>
          <a:bodyPr anchorCtr="0">
            <a:normAutofit fontScale="90000"/>
          </a:bodyPr>
          <a:lstStyle/>
          <a:p>
            <a:pPr algn="r">
              <a:lnSpc>
                <a:spcPct val="100000"/>
              </a:lnSpc>
              <a:spcBef>
                <a:spcPts val="1000"/>
              </a:spcBef>
            </a:pPr>
            <a:r>
              <a:rPr lang="zh-CN" altLang="en-US" sz="1200" b="0" i="0" u="none">
                <a:solidFill>
                  <a:srgbClr val="2F2F2F"/>
                </a:solidFill>
                <a:ea typeface="微软雅黑" panose="020B0503020204020204" pitchFamily="34" charset="-122"/>
              </a:rPr>
              <a:t>周生勇</a:t>
            </a:r>
            <a:endParaRPr lang="zh-CN" altLang="en-US" sz="1200" b="0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占位符 6" descr="71915672-0035-428b-a2ab-7370cad6eefd"/>
          <p:cNvSpPr>
            <a:spLocks noGrp="1"/>
          </p:cNvSpPr>
          <p:nvPr>
            <p:ph type="body" sz="quarter" idx="14" hasCustomPrompt="1"/>
          </p:nvPr>
        </p:nvSpPr>
        <p:spPr/>
        <p:txBody>
          <a:bodyPr anchorCtr="0">
            <a:normAutofit fontScale="90000"/>
          </a:bodyPr>
          <a:lstStyle/>
          <a:p>
            <a:pPr algn="r">
              <a:lnSpc>
                <a:spcPct val="100000"/>
              </a:lnSpc>
              <a:spcBef>
                <a:spcPts val="1000"/>
              </a:spcBef>
            </a:pPr>
            <a:r>
              <a:rPr lang="en-US">
                <a:latin typeface="微软雅黑" panose="020B0503020204020204" pitchFamily="34" charset="-122"/>
              </a:rPr>
              <a:t>2025</a:t>
            </a:r>
            <a:r>
              <a:rPr lang="zh-CN" altLang="en-US">
                <a:latin typeface="微软雅黑" panose="020B0503020204020204" pitchFamily="34" charset="-122"/>
              </a:rPr>
              <a:t>年</a:t>
            </a:r>
            <a:r>
              <a:rPr lang="en-US" altLang="zh-CN">
                <a:latin typeface="微软雅黑" panose="020B0503020204020204" pitchFamily="34" charset="-122"/>
              </a:rPr>
              <a:t>12</a:t>
            </a:r>
            <a:r>
              <a:rPr lang="zh-CN" altLang="en-US">
                <a:latin typeface="微软雅黑" panose="020B0503020204020204" pitchFamily="34" charset="-122"/>
              </a:rPr>
              <a:t>月</a:t>
            </a:r>
            <a:r>
              <a:rPr lang="en-US" altLang="zh-CN">
                <a:latin typeface="微软雅黑" panose="020B0503020204020204" pitchFamily="34" charset="-122"/>
              </a:rPr>
              <a:t>31</a:t>
            </a:r>
            <a:r>
              <a:rPr lang="zh-CN" altLang="en-US">
                <a:latin typeface="微软雅黑" panose="020B0503020204020204" pitchFamily="34" charset="-122"/>
              </a:rPr>
              <a:t>日</a:t>
            </a:r>
            <a:endParaRPr lang="zh-CN" altLang="en-US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4caed9d6-c0d5-402d-a13c-963d60d56e8c.source.6.zh-Hans.pptx" descr="3c0fbf4c-551c-467d-b318-580a8db238c4"/>
          <p:cNvGrpSpPr/>
          <p:nvPr>
            <p:custDataLst>
              <p:tags r:id="rId1"/>
            </p:custDataLst>
          </p:nvPr>
        </p:nvGrpSpPr>
        <p:grpSpPr>
          <a:xfrm>
            <a:off x="0" y="1130300"/>
            <a:ext cx="12192000" cy="4305311"/>
            <a:chOff x="0" y="1130300"/>
            <a:chExt cx="12192000" cy="4305311"/>
          </a:xfrm>
        </p:grpSpPr>
        <p:sp>
          <p:nvSpPr>
            <p:cNvPr id="2" name="矩形 1" descr="64015635-7d89-4f5f-b26a-71ebb6dd24fd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>
            <a:xfrm>
              <a:off x="0" y="3406786"/>
              <a:ext cx="12192000" cy="1076060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l"/>
            </a:p>
          </p:txBody>
        </p:sp>
        <p:cxnSp>
          <p:nvCxnSpPr>
            <p:cNvPr id="83" name="直接箭头连接符 82" descr="5fd19ff9-7d92-4558-aede-d2de8fa2a740"/>
            <p:cNvCxnSpPr/>
            <p:nvPr>
              <p:custDataLst>
                <p:tags r:id="rId3"/>
              </p:custDataLst>
            </p:nvPr>
          </p:nvCxnSpPr>
          <p:spPr>
            <a:xfrm>
              <a:off x="660400" y="3944816"/>
              <a:ext cx="10858500" cy="0"/>
            </a:xfrm>
            <a:prstGeom prst="straightConnector1">
              <a:avLst/>
            </a:prstGeom>
            <a:ln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组合 2" descr="b7b4a7cd-9ce9-4f30-88b1-205d1db60a87"/>
            <p:cNvGrpSpPr/>
            <p:nvPr/>
          </p:nvGrpSpPr>
          <p:grpSpPr>
            <a:xfrm>
              <a:off x="666750" y="3650127"/>
              <a:ext cx="2108228" cy="1785484"/>
              <a:chOff x="666750" y="3650127"/>
              <a:chExt cx="2108228" cy="1785484"/>
            </a:xfrm>
          </p:grpSpPr>
          <p:sp>
            <p:nvSpPr>
              <p:cNvPr id="50" name="Number1" descr="5258aaef-626b-4cae-b2eb-2fa2468cabf3"/>
              <p:cNvSpPr/>
              <p:nvPr>
                <p:custDataLst>
                  <p:tags r:id="rId4"/>
                </p:custDataLst>
              </p:nvPr>
            </p:nvSpPr>
            <p:spPr>
              <a:xfrm>
                <a:off x="1411803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01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56" name="组合 55" descr="ff84165b-eb97-47de-b0ae-56fb60386ba9"/>
              <p:cNvGrpSpPr/>
              <p:nvPr/>
            </p:nvGrpSpPr>
            <p:grpSpPr>
              <a:xfrm>
                <a:off x="666750" y="4236631"/>
                <a:ext cx="2108228" cy="1198980"/>
                <a:chOff x="1906502" y="4601292"/>
                <a:chExt cx="2108228" cy="1198980"/>
              </a:xfrm>
            </p:grpSpPr>
            <p:sp>
              <p:nvSpPr>
                <p:cNvPr id="79" name="Bullet1" descr="828f1d9d-c6a7-4e62-a925-ab88789805eb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1906502" y="5090848"/>
                  <a:ext cx="2108228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项目背景</a:t>
                  </a:r>
                  <a:endParaRPr lang="en-US" sz="1800" b="1" i="0" u="none" strike="noStrike">
                    <a:solidFill>
                      <a:srgbClr val="2F2F2F"/>
                    </a:solidFill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81" name="直接连接符 80" descr="8eb73fe2-0dfc-456f-a6b7-4cd60604ad09"/>
                <p:cNvCxnSpPr/>
                <p:nvPr>
                  <p:custDataLst>
                    <p:tags r:id="rId6"/>
                  </p:custDataLst>
                </p:nvPr>
              </p:nvCxn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" name="组合 3" descr="8d6e3071-a8c6-4944-8441-0ef9f0b56fd2"/>
            <p:cNvGrpSpPr/>
            <p:nvPr/>
          </p:nvGrpSpPr>
          <p:grpSpPr>
            <a:xfrm>
              <a:off x="2327623" y="2441361"/>
              <a:ext cx="2108228" cy="1795270"/>
              <a:chOff x="2327623" y="2441361"/>
              <a:chExt cx="2108228" cy="1795270"/>
            </a:xfrm>
          </p:grpSpPr>
          <p:sp>
            <p:nvSpPr>
              <p:cNvPr id="51" name="Number2" descr="5252303d-ebe7-46de-9867-e80854accd3c"/>
              <p:cNvSpPr/>
              <p:nvPr>
                <p:custDataLst>
                  <p:tags r:id="rId7"/>
                </p:custDataLst>
              </p:nvPr>
            </p:nvSpPr>
            <p:spPr>
              <a:xfrm>
                <a:off x="3088485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/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 panose="020B0604020202020204"/>
                  </a:rPr>
                  <a:t>02</a:t>
                </a:r>
                <a:endParaRPr lang="en-US" sz="20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65" name="组合 64" descr="ce968289-9594-49d6-bbd5-fa746dbd1eac"/>
              <p:cNvGrpSpPr/>
              <p:nvPr/>
            </p:nvGrpSpPr>
            <p:grpSpPr>
              <a:xfrm>
                <a:off x="2327623" y="2441361"/>
                <a:ext cx="2108228" cy="1205891"/>
                <a:chOff x="1900152" y="5316110"/>
                <a:chExt cx="2108228" cy="1205891"/>
              </a:xfrm>
            </p:grpSpPr>
            <p:sp>
              <p:nvSpPr>
                <p:cNvPr id="70" name="Bullet2" descr="d31189ab-967e-43a2-ac07-d1d8984a2a66"/>
                <p:cNvSpPr txBox="1"/>
                <p:nvPr>
                  <p:custDataLst>
                    <p:tags r:id="rId8"/>
                  </p:custDataLst>
                </p:nvPr>
              </p:nvSpPr>
              <p:spPr>
                <a:xfrm>
                  <a:off x="1900152" y="5316110"/>
                  <a:ext cx="2108228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项目定位</a:t>
                  </a:r>
                  <a:endParaRPr lang="en-US" sz="1800" b="1" i="0" u="none" strike="noStrike">
                    <a:solidFill>
                      <a:srgbClr val="2F2F2F"/>
                    </a:solidFill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72" name="直接连接符 71" descr="533763b4-7286-4ee1-9132-868d64fa395c"/>
                <p:cNvCxnSpPr/>
                <p:nvPr>
                  <p:custDataLst>
                    <p:tags r:id="rId9"/>
                  </p:custDataLst>
                </p:nvPr>
              </p:nvCxn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4" name="Title" descr="393a71e6-f234-4068-aa93-d626d59117c0"/>
            <p:cNvSpPr>
              <a:spLocks noChangeAspect="1"/>
            </p:cNvSpPr>
            <p:nvPr/>
          </p:nvSpPr>
          <p:spPr>
            <a:xfrm>
              <a:off x="666750" y="1130300"/>
              <a:ext cx="10858500" cy="10029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/>
              <a:endParaRPr lang="en-US" sz="4800" b="1" i="0" u="none">
                <a:solidFill>
                  <a:srgbClr val="2F2F2F"/>
                </a:solidFill>
                <a:latin typeface="Arial" panose="020B0604020202020204"/>
              </a:endParaRPr>
            </a:p>
          </p:txBody>
        </p:sp>
        <p:grpSp>
          <p:nvGrpSpPr>
            <p:cNvPr id="5" name="组合 4" descr="3d7d760a-0294-45c3-a383-2b2d508a22f3"/>
            <p:cNvGrpSpPr/>
            <p:nvPr/>
          </p:nvGrpSpPr>
          <p:grpSpPr>
            <a:xfrm>
              <a:off x="3987772" y="3650127"/>
              <a:ext cx="2108228" cy="1785484"/>
              <a:chOff x="3987772" y="3650127"/>
              <a:chExt cx="2108228" cy="1785484"/>
            </a:xfrm>
          </p:grpSpPr>
          <p:sp>
            <p:nvSpPr>
              <p:cNvPr id="52" name="Number3" descr="0d21d066-47c2-454b-b1ea-30bd1750ac1d"/>
              <p:cNvSpPr/>
              <p:nvPr>
                <p:custDataLst>
                  <p:tags r:id="rId10"/>
                </p:custDataLst>
              </p:nvPr>
            </p:nvSpPr>
            <p:spPr>
              <a:xfrm>
                <a:off x="4765167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03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91" name="组合 90" descr="d6d73d91-a778-4efd-8b62-79e1ba2744e4"/>
              <p:cNvGrpSpPr/>
              <p:nvPr/>
            </p:nvGrpSpPr>
            <p:grpSpPr>
              <a:xfrm>
                <a:off x="3987772" y="4236631"/>
                <a:ext cx="2108228" cy="1198980"/>
                <a:chOff x="1906502" y="4601292"/>
                <a:chExt cx="2108228" cy="1198980"/>
              </a:xfrm>
            </p:grpSpPr>
            <p:sp>
              <p:nvSpPr>
                <p:cNvPr id="92" name="Bullet3" descr="6888a6cd-ab45-4c05-86e7-9a89a6d60817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1906502" y="5090848"/>
                  <a:ext cx="2108228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800" b="1" i="0" u="none" strike="noStrik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核心</a:t>
                  </a:r>
                  <a:r>
                    <a:rPr lang="zh-CN" altLang="en-US" sz="1800" b="1" i="0" u="none" strike="noStrik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设计思路</a:t>
                  </a:r>
                  <a:endParaRPr lang="en-US" sz="1800" b="1" i="0" u="none" strike="noStrike">
                    <a:solidFill>
                      <a:srgbClr val="2F2F2F"/>
                    </a:solidFill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94" name="直接连接符 93" descr="c4d1ac2a-d33a-439f-be98-d0a9fb88508b"/>
                <p:cNvCxnSpPr/>
                <p:nvPr>
                  <p:custDataLst>
                    <p:tags r:id="rId12"/>
                  </p:custDataLst>
                </p:nvPr>
              </p:nvCxn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" name="组合 5" descr="7b6030fe-dbb8-4174-a6cc-fac8c26aede8"/>
            <p:cNvGrpSpPr/>
            <p:nvPr/>
          </p:nvGrpSpPr>
          <p:grpSpPr>
            <a:xfrm>
              <a:off x="5680987" y="2441361"/>
              <a:ext cx="2108228" cy="1795270"/>
              <a:chOff x="5680987" y="2441361"/>
              <a:chExt cx="2108228" cy="1795270"/>
            </a:xfrm>
          </p:grpSpPr>
          <p:sp>
            <p:nvSpPr>
              <p:cNvPr id="53" name="Number4" descr="db58e591-5573-43e3-a843-d12ddf4441db"/>
              <p:cNvSpPr/>
              <p:nvPr>
                <p:custDataLst>
                  <p:tags r:id="rId13"/>
                </p:custDataLst>
              </p:nvPr>
            </p:nvSpPr>
            <p:spPr>
              <a:xfrm>
                <a:off x="6441849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/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 panose="020B0604020202020204"/>
                  </a:rPr>
                  <a:t>04</a:t>
                </a:r>
                <a:endParaRPr lang="en-US" sz="20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95" name="组合 94" descr="00b489df-334f-4645-aa39-1b0d5feaec40"/>
              <p:cNvGrpSpPr/>
              <p:nvPr/>
            </p:nvGrpSpPr>
            <p:grpSpPr>
              <a:xfrm>
                <a:off x="5680987" y="2441361"/>
                <a:ext cx="2108228" cy="1205891"/>
                <a:chOff x="1900152" y="5316110"/>
                <a:chExt cx="2108228" cy="1205891"/>
              </a:xfrm>
            </p:grpSpPr>
            <p:sp>
              <p:nvSpPr>
                <p:cNvPr id="96" name="Bullet4" descr="8c38d45e-c971-4f68-bee4-2e3790b89743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1900152" y="5316110"/>
                  <a:ext cx="2108228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800" b="1" i="0" u="none" strike="noStrik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关键技术创新点</a:t>
                  </a:r>
                  <a:endParaRPr lang="zh-CN" altLang="en-US" sz="1800" b="1" i="0" u="none" strike="noStrike">
                    <a:solidFill>
                      <a:srgbClr val="2F2F2F"/>
                    </a:solidFill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98" name="直接连接符 97" descr="7eb4af13-1d6e-4833-97c3-ca6ea10c1836"/>
                <p:cNvCxnSpPr/>
                <p:nvPr>
                  <p:custDataLst>
                    <p:tags r:id="rId15"/>
                  </p:custDataLst>
                </p:nvPr>
              </p:nvCxn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" name="组合 6" descr="6bc809fb-05ad-498f-82e5-1fc4a89c6b17"/>
            <p:cNvGrpSpPr/>
            <p:nvPr/>
          </p:nvGrpSpPr>
          <p:grpSpPr>
            <a:xfrm>
              <a:off x="7521499" y="3650127"/>
              <a:ext cx="2108228" cy="1781039"/>
              <a:chOff x="7521499" y="3650127"/>
              <a:chExt cx="2108228" cy="1781039"/>
            </a:xfrm>
          </p:grpSpPr>
          <p:sp>
            <p:nvSpPr>
              <p:cNvPr id="54" name="Number5" descr="7acfe438-9c3a-4843-a223-e19018d50aa0"/>
              <p:cNvSpPr/>
              <p:nvPr>
                <p:custDataLst>
                  <p:tags r:id="rId16"/>
                </p:custDataLst>
              </p:nvPr>
            </p:nvSpPr>
            <p:spPr>
              <a:xfrm>
                <a:off x="8118531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05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99" name="组合 98" descr="2a2e505d-ff8d-4721-9f70-85a70518a5c1"/>
              <p:cNvGrpSpPr/>
              <p:nvPr/>
            </p:nvGrpSpPr>
            <p:grpSpPr>
              <a:xfrm>
                <a:off x="7521499" y="4236631"/>
                <a:ext cx="2108228" cy="1194535"/>
                <a:chOff x="2063982" y="4601292"/>
                <a:chExt cx="2108228" cy="1194535"/>
              </a:xfrm>
            </p:grpSpPr>
            <p:sp>
              <p:nvSpPr>
                <p:cNvPr id="100" name="Bullet5" descr="8c7953b6-fb7a-4ea9-9af6-3702dce452ca"/>
                <p:cNvSpPr txBox="1"/>
                <p:nvPr>
                  <p:custDataLst>
                    <p:tags r:id="rId17"/>
                  </p:custDataLst>
                </p:nvPr>
              </p:nvSpPr>
              <p:spPr>
                <a:xfrm>
                  <a:off x="2063982" y="5086403"/>
                  <a:ext cx="2108228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800" b="1" i="0" u="none" strike="noStrik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应用效果</a:t>
                  </a:r>
                  <a:endParaRPr lang="zh-CN" altLang="en-US" sz="1800" b="1" i="0" u="none" strike="noStrike">
                    <a:solidFill>
                      <a:srgbClr val="2F2F2F"/>
                    </a:solidFill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102" name="直接连接符 101" descr="a80f89a8-3f57-463b-9085-72182965b3cd"/>
                <p:cNvCxnSpPr/>
                <p:nvPr>
                  <p:custDataLst>
                    <p:tags r:id="rId18"/>
                  </p:custDataLst>
                </p:nvPr>
              </p:nvCxn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" name="组合 7" descr="cd8bb8a9-11ea-4dff-bbba-6afd03eeaa89"/>
            <p:cNvGrpSpPr/>
            <p:nvPr/>
          </p:nvGrpSpPr>
          <p:grpSpPr>
            <a:xfrm>
              <a:off x="9034351" y="2441361"/>
              <a:ext cx="2108228" cy="1795270"/>
              <a:chOff x="9034351" y="2441361"/>
              <a:chExt cx="2108228" cy="1795270"/>
            </a:xfrm>
          </p:grpSpPr>
          <p:sp>
            <p:nvSpPr>
              <p:cNvPr id="55" name="Number6" descr="c93b93d3-6ff1-4344-a19f-50d20e97d7cf"/>
              <p:cNvSpPr/>
              <p:nvPr>
                <p:custDataLst>
                  <p:tags r:id="rId19"/>
                </p:custDataLst>
              </p:nvPr>
            </p:nvSpPr>
            <p:spPr>
              <a:xfrm>
                <a:off x="9795213" y="3650127"/>
                <a:ext cx="586504" cy="58650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/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 panose="020B0604020202020204"/>
                  </a:rPr>
                  <a:t>06</a:t>
                </a:r>
                <a:endParaRPr lang="en-US" sz="20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grpSp>
            <p:nvGrpSpPr>
              <p:cNvPr id="107" name="组合 106" descr="f39782c7-ac70-4c36-964e-597f48bf0cc7"/>
              <p:cNvGrpSpPr/>
              <p:nvPr/>
            </p:nvGrpSpPr>
            <p:grpSpPr>
              <a:xfrm>
                <a:off x="9034351" y="2441361"/>
                <a:ext cx="2108228" cy="1205891"/>
                <a:chOff x="1900152" y="5316110"/>
                <a:chExt cx="2108228" cy="1205891"/>
              </a:xfrm>
            </p:grpSpPr>
            <p:sp>
              <p:nvSpPr>
                <p:cNvPr id="108" name="Bullet6" descr="4c27300d-5088-4def-ba30-606f9730613a"/>
                <p:cNvSpPr txBox="1"/>
                <p:nvPr>
                  <p:custDataLst>
                    <p:tags r:id="rId20"/>
                  </p:custDataLst>
                </p:nvPr>
              </p:nvSpPr>
              <p:spPr>
                <a:xfrm>
                  <a:off x="1900152" y="5316110"/>
                  <a:ext cx="2108228" cy="7094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800" b="1" i="0" u="none" strike="noStrik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落地场景</a:t>
                  </a:r>
                  <a:endParaRPr lang="zh-CN" altLang="en-US" sz="1800" b="1" i="0" u="none" strike="noStrike">
                    <a:solidFill>
                      <a:srgbClr val="2F2F2F"/>
                    </a:solidFill>
                    <a:ea typeface="微软雅黑" panose="020B0503020204020204" pitchFamily="34" charset="-122"/>
                  </a:endParaRPr>
                </a:p>
              </p:txBody>
            </p:sp>
            <p:cxnSp>
              <p:nvCxnSpPr>
                <p:cNvPr id="110" name="直接连接符 109" descr="c4489d52-d6de-418b-a834-c4ac4069d7a1"/>
                <p:cNvCxnSpPr/>
                <p:nvPr>
                  <p:custDataLst>
                    <p:tags r:id="rId21"/>
                  </p:custDataLst>
                </p:nvPr>
              </p:nvCxn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>
                  <a:gradFill>
                    <a:gsLst>
                      <a:gs pos="0">
                        <a:schemeClr val="accent1">
                          <a:alpha val="0"/>
                        </a:schemeClr>
                      </a:gs>
                      <a:gs pos="100000">
                        <a:schemeClr val="accent1"/>
                      </a:gs>
                    </a:gsLst>
                    <a:lin ang="0" scaled="0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0" name="标题 9" descr="64abdbec-cd99-4bd8-a1fb-8f1042f7d3c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pitchFamily="34" charset="-122"/>
              </a:rPr>
              <a:t>目录</a:t>
            </a:r>
            <a:endParaRPr lang="en-US" sz="2800" b="1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06d3941e-8a11-47b2-bbba-67b81cb5b5e8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>
                <a:solidFill>
                  <a:srgbClr val="2F2F2F"/>
                </a:solidFill>
                <a:ea typeface="微软雅黑" panose="020B0503020204020204" pitchFamily="34" charset="-122"/>
              </a:rPr>
              <a:t>项目背景</a:t>
            </a:r>
            <a:endParaRPr lang="en-US" sz="3200" b="1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  <p:sp>
        <p:nvSpPr>
          <p:cNvPr id="25" name="文本占位符 24" descr="14e00bc8-4ee5-4c75-90b7-6ba85f1a152a"/>
          <p:cNvSpPr>
            <a:spLocks noGrp="1"/>
          </p:cNvSpPr>
          <p:nvPr>
            <p:ph type="body" sz="quarter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>
                <a:solidFill>
                  <a:srgbClr val="2F2F2F"/>
                </a:solidFill>
                <a:ea typeface="微软雅黑" panose="020B0503020204020204" pitchFamily="34" charset="-122"/>
              </a:rPr>
              <a:t>了解项目发起的原因与目标</a:t>
            </a:r>
            <a:endParaRPr lang="en-US" sz="2000" b="0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63b10c53-200c-4c71-9490-bff40d074fae.source.4.zh-Hans.pptx" descr="894fb172-381c-4b81-b6a0-8dbd30ffddeb"/>
          <p:cNvGrpSpPr/>
          <p:nvPr/>
        </p:nvGrpSpPr>
        <p:grpSpPr>
          <a:xfrm>
            <a:off x="673103" y="1130300"/>
            <a:ext cx="10845798" cy="4854485"/>
            <a:chOff x="673103" y="1130300"/>
            <a:chExt cx="10845798" cy="4854485"/>
          </a:xfrm>
        </p:grpSpPr>
        <p:sp>
          <p:nvSpPr>
            <p:cNvPr id="6" name="Title" descr="71f76545-b7dc-4b6a-a80d-3d21ef90148e"/>
            <p:cNvSpPr txBox="1"/>
            <p:nvPr/>
          </p:nvSpPr>
          <p:spPr>
            <a:xfrm>
              <a:off x="673103" y="1130300"/>
              <a:ext cx="10845798" cy="1304290"/>
            </a:xfrm>
            <a:prstGeom prst="rect">
              <a:avLst/>
            </a:prstGeom>
            <a:noFill/>
          </p:spPr>
          <p:txBody>
            <a:bodyPr wrap="square" anchor="t" anchorCtr="1">
              <a:norm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i="0" u="none" strike="noStrike">
                  <a:solidFill>
                    <a:srgbClr val="46A9FA"/>
                  </a:solidFill>
                  <a:ea typeface="微软雅黑" panose="020B0503020204020204" pitchFamily="34" charset="-122"/>
                </a:rPr>
                <a:t>工业物联网设备运维现存难题</a:t>
              </a:r>
              <a:endParaRPr lang="en-US" sz="2400" b="1" i="0" u="none" strike="noStrike">
                <a:solidFill>
                  <a:srgbClr val="46A9FA"/>
                </a:solidFill>
                <a:ea typeface="微软雅黑" panose="020B0503020204020204" pitchFamily="34" charset="-122"/>
              </a:endParaRPr>
            </a:p>
          </p:txBody>
        </p:sp>
        <p:grpSp>
          <p:nvGrpSpPr>
            <p:cNvPr id="41" name="组合 40" descr="685c52fd-463a-4a3a-8244-1a5f3e874da3"/>
            <p:cNvGrpSpPr/>
            <p:nvPr/>
          </p:nvGrpSpPr>
          <p:grpSpPr>
            <a:xfrm>
              <a:off x="673865" y="2570988"/>
              <a:ext cx="2059252" cy="3413797"/>
              <a:chOff x="673865" y="2570988"/>
              <a:chExt cx="2059252" cy="3413797"/>
            </a:xfrm>
          </p:grpSpPr>
          <p:sp>
            <p:nvSpPr>
              <p:cNvPr id="25" name="Bullet1" descr="e072425d-b511-4acf-91df-bb4863181c06"/>
              <p:cNvSpPr txBox="1"/>
              <p:nvPr/>
            </p:nvSpPr>
            <p:spPr>
              <a:xfrm>
                <a:off x="673865" y="3668268"/>
                <a:ext cx="2059252" cy="645824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0" sz="1200" b="1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数据分散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Text1" descr="e8ad6bfa-b1da-47cc-bd32-9aab20161a25"/>
              <p:cNvSpPr txBox="1"/>
              <p:nvPr/>
            </p:nvSpPr>
            <p:spPr>
              <a:xfrm>
                <a:off x="673865" y="4423411"/>
                <a:ext cx="2059252" cy="1561374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0" sz="1050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工业物联网设备运维数据分散，难以统一管理，影响整体运营效率。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Number1" descr="487ed0f4-b764-4560-b367-165e2d64b8cc"/>
              <p:cNvSpPr/>
              <p:nvPr/>
            </p:nvSpPr>
            <p:spPr>
              <a:xfrm>
                <a:off x="1223050" y="2570988"/>
                <a:ext cx="960882" cy="96088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/>
              <a:lstStyle/>
              <a:p>
                <a:pPr algn="ctr"/>
                <a:r>
                  <a:rPr lang="en-US" sz="2800" b="1" i="0" u="none">
                    <a:solidFill>
                      <a:srgbClr val="FFFFFF"/>
                    </a:solidFill>
                    <a:latin typeface="Arial" panose="020B0604020202020204"/>
                  </a:rPr>
                  <a:t>01</a:t>
                </a:r>
                <a:endParaRPr lang="en-US" sz="2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42" name="组合 41" descr="dfef7586-6ed9-44c4-9013-283645b8bf70"/>
            <p:cNvGrpSpPr/>
            <p:nvPr/>
          </p:nvGrpSpPr>
          <p:grpSpPr>
            <a:xfrm>
              <a:off x="3637596" y="2570988"/>
              <a:ext cx="2059252" cy="3413797"/>
              <a:chOff x="3637596" y="2570988"/>
              <a:chExt cx="2059252" cy="3413797"/>
            </a:xfrm>
          </p:grpSpPr>
          <p:sp>
            <p:nvSpPr>
              <p:cNvPr id="22" name="Bullet2" descr="3f81fddc-c445-4e9e-a8e6-8790362b2897"/>
              <p:cNvSpPr txBox="1"/>
              <p:nvPr/>
            </p:nvSpPr>
            <p:spPr>
              <a:xfrm>
                <a:off x="3637596" y="3668268"/>
                <a:ext cx="2059252" cy="645824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0" sz="1200" b="1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评估缺乏方法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Text2" descr="4343c102-53a1-41e4-8051-6ea9977c9177"/>
              <p:cNvSpPr txBox="1"/>
              <p:nvPr/>
            </p:nvSpPr>
            <p:spPr>
              <a:xfrm>
                <a:off x="3637596" y="4423411"/>
                <a:ext cx="2059252" cy="1561374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0" sz="1050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开源项目健康度评估缺乏科学量化方法，难以准确判断项目状态。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Number2" descr="f3939858-e1da-47a5-b421-515f39da18ca"/>
              <p:cNvSpPr/>
              <p:nvPr/>
            </p:nvSpPr>
            <p:spPr>
              <a:xfrm>
                <a:off x="4186781" y="2570988"/>
                <a:ext cx="960882" cy="960882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/>
              <a:lstStyle/>
              <a:p>
                <a:pPr algn="ctr"/>
                <a:r>
                  <a:rPr lang="en-US" sz="2800" b="1" i="0" u="none">
                    <a:solidFill>
                      <a:srgbClr val="FFFFFF"/>
                    </a:solidFill>
                    <a:latin typeface="Arial" panose="020B0604020202020204"/>
                  </a:rPr>
                  <a:t>02</a:t>
                </a:r>
                <a:endParaRPr lang="en-US" sz="2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46" name="组合 45" descr="52184c5a-6a70-4be3-bd51-cf42e3d657a9"/>
            <p:cNvGrpSpPr/>
            <p:nvPr/>
          </p:nvGrpSpPr>
          <p:grpSpPr>
            <a:xfrm>
              <a:off x="6567037" y="2570988"/>
              <a:ext cx="2059252" cy="3413797"/>
              <a:chOff x="6567037" y="2570988"/>
              <a:chExt cx="2059252" cy="3413797"/>
            </a:xfrm>
          </p:grpSpPr>
          <p:sp>
            <p:nvSpPr>
              <p:cNvPr id="18" name="Bullet3" descr="9b035f98-6f01-443c-9cc0-7c7064904e8f"/>
              <p:cNvSpPr txBox="1"/>
              <p:nvPr/>
            </p:nvSpPr>
            <p:spPr>
              <a:xfrm>
                <a:off x="6567037" y="3668268"/>
                <a:ext cx="2059252" cy="645824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0" sz="1200" b="1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成长路径不清晰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Text3" descr="0c9b6a2f-0d18-4eb7-9c83-64afb88f2274"/>
              <p:cNvSpPr txBox="1"/>
              <p:nvPr/>
            </p:nvSpPr>
            <p:spPr>
              <a:xfrm>
                <a:off x="6567037" y="4423411"/>
                <a:ext cx="2059252" cy="1561374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0" sz="1050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开发者成长路径不明确，协作匹配效率低下，阻碍团队发展。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Number3" descr="83e06009-ca78-4f3f-a955-11f211c92985"/>
              <p:cNvSpPr/>
              <p:nvPr/>
            </p:nvSpPr>
            <p:spPr>
              <a:xfrm>
                <a:off x="7116222" y="2570988"/>
                <a:ext cx="960882" cy="960882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/>
              <a:lstStyle/>
              <a:p>
                <a:pPr algn="ctr"/>
                <a:r>
                  <a:rPr lang="en-US" sz="2800" b="1" i="0" u="none">
                    <a:solidFill>
                      <a:srgbClr val="FFFFFF"/>
                    </a:solidFill>
                    <a:latin typeface="Arial" panose="020B0604020202020204"/>
                  </a:rPr>
                  <a:t>03</a:t>
                </a:r>
                <a:endParaRPr lang="en-US" sz="2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47" name="组合 46" descr="4805112a-cecf-49e5-b3af-0e474782e0e9"/>
            <p:cNvGrpSpPr/>
            <p:nvPr/>
          </p:nvGrpSpPr>
          <p:grpSpPr>
            <a:xfrm>
              <a:off x="9267878" y="2570988"/>
              <a:ext cx="2059252" cy="3413797"/>
              <a:chOff x="9267878" y="2570988"/>
              <a:chExt cx="2059252" cy="3413797"/>
            </a:xfrm>
          </p:grpSpPr>
          <p:sp>
            <p:nvSpPr>
              <p:cNvPr id="15" name="Bullet4" descr="06f3f748-a258-4c37-9316-77f9e5791799"/>
              <p:cNvSpPr txBox="1"/>
              <p:nvPr/>
            </p:nvSpPr>
            <p:spPr>
              <a:xfrm>
                <a:off x="9267878" y="3668268"/>
                <a:ext cx="2059252" cy="645824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0" sz="1200" b="1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 algn="ctr">
                  <a:lnSpc>
                    <a:spcPct val="100000"/>
                  </a:lnSpc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交互体验差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Text4" descr="68493336-80b8-4434-87b9-dcc22df2a38e"/>
              <p:cNvSpPr txBox="1"/>
              <p:nvPr/>
            </p:nvSpPr>
            <p:spPr>
              <a:xfrm>
                <a:off x="9267878" y="4423411"/>
                <a:ext cx="2059252" cy="1561374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0" sz="1050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数据可视化与智能交互分离，用户体验不佳，无法满足实际需求。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Number4" descr="78f19287-a034-4a85-990c-d35177f3d8fb"/>
              <p:cNvSpPr/>
              <p:nvPr/>
            </p:nvSpPr>
            <p:spPr>
              <a:xfrm>
                <a:off x="9817063" y="2570988"/>
                <a:ext cx="960882" cy="960882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/>
              <a:lstStyle/>
              <a:p>
                <a:pPr algn="ctr"/>
                <a:r>
                  <a:rPr lang="en-US" sz="2800" b="1" i="0" u="none">
                    <a:solidFill>
                      <a:srgbClr val="FFFFFF"/>
                    </a:solidFill>
                    <a:latin typeface="Arial" panose="020B0604020202020204"/>
                  </a:rPr>
                  <a:t>04</a:t>
                </a:r>
                <a:endParaRPr lang="en-US" sz="2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</p:grpSp>
      <p:sp>
        <p:nvSpPr>
          <p:cNvPr id="2" name="标题 1" descr="64abdbec-cd99-4bd8-a1fb-8f1042f7d3c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pitchFamily="34" charset="-122"/>
              </a:rPr>
              <a:t>面临的挑战</a:t>
            </a:r>
            <a:endParaRPr lang="en-US" sz="2800" b="1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019d5a39-64ee-419a-a374-09444675d919.source.1.zh-Hans.pptx" descr="0a203b52-59c0-4ea1-992a-9815ac668949"/>
          <p:cNvGrpSpPr/>
          <p:nvPr/>
        </p:nvGrpSpPr>
        <p:grpSpPr>
          <a:xfrm>
            <a:off x="660399" y="884781"/>
            <a:ext cx="10858500" cy="5608955"/>
            <a:chOff x="660399" y="884781"/>
            <a:chExt cx="10858500" cy="5608955"/>
          </a:xfrm>
        </p:grpSpPr>
        <p:sp>
          <p:nvSpPr>
            <p:cNvPr id="2" name="Title" descr="1aaff913-4f1a-493e-9cf3-902d5fe5e40f"/>
            <p:cNvSpPr txBox="1"/>
            <p:nvPr/>
          </p:nvSpPr>
          <p:spPr>
            <a:xfrm>
              <a:off x="660400" y="1130300"/>
              <a:ext cx="6913669" cy="770708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sz="2400" b="1" i="0" u="none">
                  <a:solidFill>
                    <a:srgbClr val="2F2F2F"/>
                  </a:solidFill>
                  <a:ea typeface="微软雅黑" panose="020B0503020204020204" pitchFamily="34" charset="-122"/>
                </a:rPr>
                <a:t>构建完整技术闭环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1" name="矩形: 圆角 20" descr="ad3fefb9-e612-4027-9791-59a250b13290"/>
            <p:cNvSpPr/>
            <p:nvPr/>
          </p:nvSpPr>
          <p:spPr>
            <a:xfrm>
              <a:off x="1670049" y="2152876"/>
              <a:ext cx="8838565" cy="4340860"/>
            </a:xfrm>
            <a:prstGeom prst="roundRect">
              <a:avLst>
                <a:gd name="adj" fmla="val 4325"/>
              </a:avLst>
            </a:prstGeom>
            <a:noFill/>
            <a:ln>
              <a:solidFill>
                <a:schemeClr val="accent1"/>
              </a:solidFill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</a:p>
          </p:txBody>
        </p:sp>
        <p:sp>
          <p:nvSpPr>
            <p:cNvPr id="6" name="任意多边形: 形状 5" descr="5f528015-5558-4735-bcf9-a4e6e7a7277d"/>
            <p:cNvSpPr/>
            <p:nvPr/>
          </p:nvSpPr>
          <p:spPr>
            <a:xfrm>
              <a:off x="3657840" y="2205610"/>
              <a:ext cx="372453" cy="107211"/>
            </a:xfrm>
            <a:custGeom>
              <a:avLst/>
              <a:gdLst>
                <a:gd name="connsiteX0" fmla="*/ 92583 w 170687"/>
                <a:gd name="connsiteY0" fmla="*/ 78105 h 78104"/>
                <a:gd name="connsiteX1" fmla="*/ 0 w 170687"/>
                <a:gd name="connsiteY1" fmla="*/ 78105 h 78104"/>
                <a:gd name="connsiteX2" fmla="*/ 78105 w 170687"/>
                <a:gd name="connsiteY2" fmla="*/ 0 h 78104"/>
                <a:gd name="connsiteX3" fmla="*/ 170688 w 170687"/>
                <a:gd name="connsiteY3" fmla="*/ 0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0687" h="78104">
                  <a:moveTo>
                    <a:pt x="92583" y="78105"/>
                  </a:moveTo>
                  <a:lnTo>
                    <a:pt x="0" y="78105"/>
                  </a:lnTo>
                  <a:lnTo>
                    <a:pt x="78105" y="0"/>
                  </a:lnTo>
                  <a:lnTo>
                    <a:pt x="17068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</a:p>
          </p:txBody>
        </p:sp>
        <p:sp>
          <p:nvSpPr>
            <p:cNvPr id="7" name="任意多边形: 形状 6" descr="9097afb2-9009-4472-ac7e-62acf0a618fb"/>
            <p:cNvSpPr/>
            <p:nvPr/>
          </p:nvSpPr>
          <p:spPr>
            <a:xfrm>
              <a:off x="4000572" y="2205610"/>
              <a:ext cx="372453" cy="107211"/>
            </a:xfrm>
            <a:custGeom>
              <a:avLst/>
              <a:gdLst>
                <a:gd name="connsiteX0" fmla="*/ 92583 w 170687"/>
                <a:gd name="connsiteY0" fmla="*/ 78105 h 78104"/>
                <a:gd name="connsiteX1" fmla="*/ 0 w 170687"/>
                <a:gd name="connsiteY1" fmla="*/ 78105 h 78104"/>
                <a:gd name="connsiteX2" fmla="*/ 78105 w 170687"/>
                <a:gd name="connsiteY2" fmla="*/ 0 h 78104"/>
                <a:gd name="connsiteX3" fmla="*/ 170688 w 170687"/>
                <a:gd name="connsiteY3" fmla="*/ 0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0687" h="78104">
                  <a:moveTo>
                    <a:pt x="92583" y="78105"/>
                  </a:moveTo>
                  <a:lnTo>
                    <a:pt x="0" y="78105"/>
                  </a:lnTo>
                  <a:lnTo>
                    <a:pt x="78105" y="0"/>
                  </a:lnTo>
                  <a:lnTo>
                    <a:pt x="17068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</a:p>
          </p:txBody>
        </p:sp>
        <p:sp>
          <p:nvSpPr>
            <p:cNvPr id="8" name="任意多边形: 形状 7" descr="4c9a447b-b9d5-466b-b27f-99659eee50b7"/>
            <p:cNvSpPr/>
            <p:nvPr/>
          </p:nvSpPr>
          <p:spPr>
            <a:xfrm>
              <a:off x="4343514" y="2205610"/>
              <a:ext cx="372453" cy="107211"/>
            </a:xfrm>
            <a:custGeom>
              <a:avLst/>
              <a:gdLst>
                <a:gd name="connsiteX0" fmla="*/ 92583 w 170687"/>
                <a:gd name="connsiteY0" fmla="*/ 78105 h 78104"/>
                <a:gd name="connsiteX1" fmla="*/ 0 w 170687"/>
                <a:gd name="connsiteY1" fmla="*/ 78105 h 78104"/>
                <a:gd name="connsiteX2" fmla="*/ 78105 w 170687"/>
                <a:gd name="connsiteY2" fmla="*/ 0 h 78104"/>
                <a:gd name="connsiteX3" fmla="*/ 170688 w 170687"/>
                <a:gd name="connsiteY3" fmla="*/ 0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0687" h="78104">
                  <a:moveTo>
                    <a:pt x="92583" y="78105"/>
                  </a:moveTo>
                  <a:lnTo>
                    <a:pt x="0" y="78105"/>
                  </a:lnTo>
                  <a:lnTo>
                    <a:pt x="78105" y="0"/>
                  </a:lnTo>
                  <a:lnTo>
                    <a:pt x="17068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</a:p>
          </p:txBody>
        </p:sp>
        <p:sp>
          <p:nvSpPr>
            <p:cNvPr id="67" name="平行四边形 66" descr="a23d2546-3928-49b6-95d9-38073f3f678d"/>
            <p:cNvSpPr/>
            <p:nvPr/>
          </p:nvSpPr>
          <p:spPr>
            <a:xfrm>
              <a:off x="9101636" y="5448500"/>
              <a:ext cx="467150" cy="45719"/>
            </a:xfrm>
            <a:prstGeom prst="parallelogram">
              <a:avLst>
                <a:gd name="adj" fmla="val 53255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sp>
          <p:nvSpPr>
            <p:cNvPr id="139" name="任意多边形: 形状 138" descr="84639bd2-0b5c-4bf4-b509-8264e2ea7147"/>
            <p:cNvSpPr/>
            <p:nvPr/>
          </p:nvSpPr>
          <p:spPr>
            <a:xfrm>
              <a:off x="770847" y="884781"/>
              <a:ext cx="1058129" cy="107213"/>
            </a:xfrm>
            <a:custGeom>
              <a:avLst/>
              <a:gdLst>
                <a:gd name="connsiteX0" fmla="*/ 856106 w 1058129"/>
                <a:gd name="connsiteY0" fmla="*/ 0 h 107213"/>
                <a:gd name="connsiteX1" fmla="*/ 1058129 w 1058129"/>
                <a:gd name="connsiteY1" fmla="*/ 0 h 107213"/>
                <a:gd name="connsiteX2" fmla="*/ 887698 w 1058129"/>
                <a:gd name="connsiteY2" fmla="*/ 107213 h 107213"/>
                <a:gd name="connsiteX3" fmla="*/ 685674 w 1058129"/>
                <a:gd name="connsiteY3" fmla="*/ 107213 h 107213"/>
                <a:gd name="connsiteX4" fmla="*/ 513164 w 1058129"/>
                <a:gd name="connsiteY4" fmla="*/ 0 h 107213"/>
                <a:gd name="connsiteX5" fmla="*/ 715187 w 1058129"/>
                <a:gd name="connsiteY5" fmla="*/ 0 h 107213"/>
                <a:gd name="connsiteX6" fmla="*/ 544756 w 1058129"/>
                <a:gd name="connsiteY6" fmla="*/ 107213 h 107213"/>
                <a:gd name="connsiteX7" fmla="*/ 342732 w 1058129"/>
                <a:gd name="connsiteY7" fmla="*/ 107213 h 107213"/>
                <a:gd name="connsiteX8" fmla="*/ 170432 w 1058129"/>
                <a:gd name="connsiteY8" fmla="*/ 0 h 107213"/>
                <a:gd name="connsiteX9" fmla="*/ 372455 w 1058129"/>
                <a:gd name="connsiteY9" fmla="*/ 0 h 107213"/>
                <a:gd name="connsiteX10" fmla="*/ 202024 w 1058129"/>
                <a:gd name="connsiteY10" fmla="*/ 107213 h 107213"/>
                <a:gd name="connsiteX11" fmla="*/ 0 w 1058129"/>
                <a:gd name="connsiteY11" fmla="*/ 107213 h 107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58129" h="107213">
                  <a:moveTo>
                    <a:pt x="856106" y="0"/>
                  </a:moveTo>
                  <a:lnTo>
                    <a:pt x="1058129" y="0"/>
                  </a:lnTo>
                  <a:lnTo>
                    <a:pt x="887698" y="107213"/>
                  </a:lnTo>
                  <a:lnTo>
                    <a:pt x="685674" y="107213"/>
                  </a:lnTo>
                  <a:close/>
                  <a:moveTo>
                    <a:pt x="513164" y="0"/>
                  </a:moveTo>
                  <a:lnTo>
                    <a:pt x="715187" y="0"/>
                  </a:lnTo>
                  <a:lnTo>
                    <a:pt x="544756" y="107213"/>
                  </a:lnTo>
                  <a:lnTo>
                    <a:pt x="342732" y="107213"/>
                  </a:lnTo>
                  <a:close/>
                  <a:moveTo>
                    <a:pt x="170432" y="0"/>
                  </a:moveTo>
                  <a:lnTo>
                    <a:pt x="372455" y="0"/>
                  </a:lnTo>
                  <a:lnTo>
                    <a:pt x="202024" y="107213"/>
                  </a:lnTo>
                  <a:lnTo>
                    <a:pt x="0" y="10721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</a:p>
          </p:txBody>
        </p:sp>
        <p:cxnSp>
          <p:nvCxnSpPr>
            <p:cNvPr id="142" name="直接连接符 141" descr="4655404e-0b65-4bf9-aaee-1e768d58bffb"/>
            <p:cNvCxnSpPr/>
            <p:nvPr/>
          </p:nvCxnSpPr>
          <p:spPr>
            <a:xfrm>
              <a:off x="660399" y="1028700"/>
              <a:ext cx="10858500" cy="0"/>
            </a:xfrm>
            <a:prstGeom prst="line">
              <a:avLst/>
            </a:prstGeom>
            <a:ln>
              <a:solidFill>
                <a:schemeClr val="accent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1" descr="30ee654e-172d-4903-9048-94b41d1011d5"/>
            <p:cNvSpPr txBox="1"/>
            <p:nvPr/>
          </p:nvSpPr>
          <p:spPr>
            <a:xfrm>
              <a:off x="2040163" y="2616964"/>
              <a:ext cx="8020595" cy="17531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0" i="0" u="none" strike="noStrike">
                  <a:solidFill>
                    <a:srgbClr val="2F2F2F"/>
                  </a:solidFill>
                  <a:ea typeface="微软雅黑" panose="020B0503020204020204" pitchFamily="34" charset="-122"/>
                </a:rPr>
                <a:t>构建“数据采集 - 治理 - 分析 - 可视化 - 交互赋能”的完整技术闭环。</a:t>
              </a:r>
              <a:endParaRPr lang="en-US" sz="1200" b="0" i="0" u="none" strike="noStrike">
                <a:solidFill>
                  <a:srgbClr val="2F2F2F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标题 2" descr="64abdbec-cd99-4bd8-a1fb-8f1042f7d3c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pitchFamily="34" charset="-122"/>
              </a:rPr>
              <a:t>解决方案</a:t>
            </a:r>
            <a:endParaRPr lang="en-US" sz="2800" b="1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  <p:pic>
        <p:nvPicPr>
          <p:cNvPr id="5" name="图片 4" descr="Mermaid 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5820" y="3074035"/>
            <a:ext cx="6384290" cy="312674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06d3941e-8a11-47b2-bbba-67b81cb5b5e8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>
                <a:solidFill>
                  <a:srgbClr val="2F2F2F"/>
                </a:solidFill>
                <a:ea typeface="微软雅黑" panose="020B0503020204020204" pitchFamily="34" charset="-122"/>
              </a:rPr>
              <a:t>项目定位</a:t>
            </a:r>
            <a:endParaRPr lang="en-US" sz="3200" b="1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  <p:sp>
        <p:nvSpPr>
          <p:cNvPr id="25" name="文本占位符 24" descr="14e00bc8-4ee5-4c75-90b7-6ba85f1a152a"/>
          <p:cNvSpPr>
            <a:spLocks noGrp="1"/>
          </p:cNvSpPr>
          <p:nvPr>
            <p:ph type="body" sz="quarter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>
                <a:solidFill>
                  <a:srgbClr val="2F2F2F"/>
                </a:solidFill>
                <a:ea typeface="微软雅黑" panose="020B0503020204020204" pitchFamily="34" charset="-122"/>
              </a:rPr>
              <a:t>明确项目定义与核心价值</a:t>
            </a:r>
            <a:endParaRPr lang="en-US" sz="2000" b="0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18d68481-2061-4094-8df5-87c5d1a3202d.source.2.zh-Hans.pptx" descr="7f661e67-9363-4820-9c24-a71a0d27b18d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cxnSp>
          <p:nvCxnSpPr>
            <p:cNvPr id="59" name="直接连接符 58" descr="e9cf612b-2025-4aa8-b6ce-c9511d0bbf9a"/>
            <p:cNvCxnSpPr/>
            <p:nvPr/>
          </p:nvCxnSpPr>
          <p:spPr>
            <a:xfrm>
              <a:off x="6089650" y="1977390"/>
              <a:ext cx="0" cy="415671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IconMisc1" descr="2a42af17-743b-4f9c-9bca-1741827d38e7"/>
            <p:cNvSpPr/>
            <p:nvPr/>
          </p:nvSpPr>
          <p:spPr>
            <a:xfrm>
              <a:off x="5850413" y="1963419"/>
              <a:ext cx="471011" cy="4710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bg1">
                <a:lumMod val="100000"/>
              </a:schemeClr>
            </a:solidFill>
            <a:ln w="6350">
              <a:solidFill>
                <a:schemeClr val="accent1"/>
              </a:solidFill>
              <a:miter lim="400000"/>
            </a:ln>
          </p:spPr>
          <p:txBody>
            <a:bodyPr wrap="none" lIns="91440" tIns="45720" rIns="91440" bIns="45720" anchor="ctr" anchorCtr="0">
              <a:normAutofit/>
            </a:bodyPr>
            <a:lstStyle/>
            <a:p>
              <a:pPr algn="ctr"/>
              <a:r>
                <a:rPr lang="en-US" sz="1400" b="1" i="0" u="none">
                  <a:solidFill>
                    <a:srgbClr val="2F2F2F"/>
                  </a:solidFill>
                  <a:latin typeface="Arial" panose="020B0604020202020204"/>
                </a:rPr>
                <a:t>1</a:t>
              </a:r>
              <a:endParaRPr lang="en-US" sz="1400" b="1" i="0" u="none">
                <a:solidFill>
                  <a:srgbClr val="2F2F2F"/>
                </a:solidFill>
                <a:latin typeface="Arial" panose="020B0604020202020204"/>
              </a:endParaRPr>
            </a:p>
          </p:txBody>
        </p:sp>
        <p:grpSp>
          <p:nvGrpSpPr>
            <p:cNvPr id="89" name="组合 88" descr="f05344da-ad54-432c-a6e4-e706386c49ef"/>
            <p:cNvGrpSpPr/>
            <p:nvPr/>
          </p:nvGrpSpPr>
          <p:grpSpPr>
            <a:xfrm>
              <a:off x="660400" y="1963420"/>
              <a:ext cx="4579257" cy="4170680"/>
              <a:chOff x="660400" y="1963420"/>
              <a:chExt cx="4579257" cy="4170680"/>
            </a:xfrm>
          </p:grpSpPr>
          <p:sp>
            <p:nvSpPr>
              <p:cNvPr id="80" name="Text1" descr="d8fbd316-44fc-4ded-9cb5-457c8e6cd528"/>
              <p:cNvSpPr txBox="1"/>
              <p:nvPr/>
            </p:nvSpPr>
            <p:spPr>
              <a:xfrm>
                <a:off x="660400" y="2422201"/>
                <a:ext cx="4579257" cy="37118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基于数据驱动的开源生态全链路价值赋能平台，聚焦工业物联网场景。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81" name="Bullet1" descr="30785eb0-8b3e-4ed5-a7be-a39d8b4a93fd"/>
              <p:cNvSpPr txBox="1"/>
              <p:nvPr/>
            </p:nvSpPr>
            <p:spPr>
              <a:xfrm>
                <a:off x="660400" y="1963420"/>
                <a:ext cx="4579257" cy="45878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开源生态平台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7" name="组合 86" descr="fd448503-8ea0-43cb-a90b-14e4b9c69736"/>
            <p:cNvGrpSpPr/>
            <p:nvPr/>
          </p:nvGrpSpPr>
          <p:grpSpPr>
            <a:xfrm>
              <a:off x="6939643" y="1963420"/>
              <a:ext cx="4579257" cy="4170680"/>
              <a:chOff x="6939643" y="1963420"/>
              <a:chExt cx="4579257" cy="4170680"/>
            </a:xfrm>
          </p:grpSpPr>
          <p:sp>
            <p:nvSpPr>
              <p:cNvPr id="82" name="Text2" descr="c7d797ef-df6c-4adc-a9ba-5245fe58f57c"/>
              <p:cNvSpPr txBox="1"/>
              <p:nvPr/>
            </p:nvSpPr>
            <p:spPr>
              <a:xfrm>
                <a:off x="6939643" y="2422201"/>
                <a:ext cx="4579257" cy="37118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融合IoTDB、OpenDigger、DataEase、MaxKB等开源工具，提供完整方案。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Bullet2" descr="b8185d7d-1d80-42ed-8532-55e7789b92a7"/>
              <p:cNvSpPr txBox="1"/>
              <p:nvPr/>
            </p:nvSpPr>
            <p:spPr>
              <a:xfrm>
                <a:off x="6939643" y="1963420"/>
                <a:ext cx="4579257" cy="45878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融合开源工具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7" name="Title" descr="31df6ddb-77f7-4376-bed8-45f592a589f9"/>
            <p:cNvSpPr txBox="1"/>
            <p:nvPr/>
          </p:nvSpPr>
          <p:spPr>
            <a:xfrm>
              <a:off x="660400" y="1130300"/>
              <a:ext cx="10858500" cy="533400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pitchFamily="34" charset="-122"/>
                </a:rPr>
                <a:t>项目的具体定义与功能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标题 1" descr="64abdbec-cd99-4bd8-a1fb-8f1042f7d3c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latin typeface="Arial" panose="020B0604020202020204"/>
              </a:rPr>
              <a:t>IndusOpsAI是什么？</a:t>
            </a:r>
            <a:endParaRPr lang="en-US" sz="2800" b="1" i="0" u="none">
              <a:solidFill>
                <a:srgbClr val="2F2F2F"/>
              </a:solidFill>
              <a:latin typeface="Arial" panose="020B0604020202020204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06d3941e-8a11-47b2-bbba-67b81cb5b5e8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>
                <a:solidFill>
                  <a:srgbClr val="2F2F2F"/>
                </a:solidFill>
                <a:ea typeface="微软雅黑" panose="020B0503020204020204" pitchFamily="34" charset="-122"/>
              </a:rPr>
              <a:t>核心</a:t>
            </a:r>
            <a:r>
              <a:rPr lang="zh-CN" altLang="en-US" sz="3200" b="1" i="0" u="none">
                <a:solidFill>
                  <a:srgbClr val="2F2F2F"/>
                </a:solidFill>
                <a:ea typeface="微软雅黑" panose="020B0503020204020204" pitchFamily="34" charset="-122"/>
              </a:rPr>
              <a:t>设计思路</a:t>
            </a:r>
            <a:endParaRPr lang="en-US" sz="3200" b="1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  <p:sp>
        <p:nvSpPr>
          <p:cNvPr id="25" name="文本占位符 24" descr="14e00bc8-4ee5-4c75-90b7-6ba85f1a152a"/>
          <p:cNvSpPr>
            <a:spLocks noGrp="1"/>
          </p:cNvSpPr>
          <p:nvPr>
            <p:ph type="body" sz="quarter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>
                <a:solidFill>
                  <a:srgbClr val="2F2F2F"/>
                </a:solidFill>
                <a:ea typeface="微软雅黑" panose="020B0503020204020204" pitchFamily="34" charset="-122"/>
              </a:rPr>
              <a:t>介绍</a:t>
            </a:r>
            <a:r>
              <a:rPr lang="zh-CN" altLang="en-US" sz="2000" b="0" i="0" u="none">
                <a:solidFill>
                  <a:srgbClr val="2F2F2F"/>
                </a:solidFill>
                <a:ea typeface="微软雅黑" panose="020B0503020204020204" pitchFamily="34" charset="-122"/>
              </a:rPr>
              <a:t>作品的系统设计思路与架构</a:t>
            </a:r>
            <a:endParaRPr lang="zh-CN" altLang="en-US" sz="2000" b="0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 descr="64abdbec-cd99-4bd8-a1fb-8f1042f7d3c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>
                <a:solidFill>
                  <a:srgbClr val="2F2F2F"/>
                </a:solidFill>
                <a:ea typeface="微软雅黑" panose="020B0503020204020204" pitchFamily="34" charset="-122"/>
              </a:rPr>
              <a:t>系统整体架构</a:t>
            </a:r>
            <a:endParaRPr lang="zh-CN" altLang="en-US" sz="2800" b="1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  <p:pic>
        <p:nvPicPr>
          <p:cNvPr id="7" name="图片 6" descr="Mermaid (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700" y="1245870"/>
            <a:ext cx="11397615" cy="448373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 descr="64abdbec-cd99-4bd8-a1fb-8f1042f7d3c6"/>
          <p:cNvSpPr>
            <a:spLocks noGrp="1"/>
          </p:cNvSpPr>
          <p:nvPr>
            <p:ph type="title" hasCustomPrompt="1"/>
          </p:nvPr>
        </p:nvSpPr>
        <p:spPr>
          <a:xfrm>
            <a:off x="1697355" y="2292667"/>
            <a:ext cx="10858500" cy="900112"/>
          </a:xfrm>
        </p:spPr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>
                <a:solidFill>
                  <a:srgbClr val="2F2F2F"/>
                </a:solidFill>
                <a:ea typeface="微软雅黑" panose="020B0503020204020204" pitchFamily="34" charset="-122"/>
              </a:rPr>
              <a:t>数据流转</a:t>
            </a:r>
            <a:endParaRPr lang="zh-CN" altLang="en-US" sz="2800" b="1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3485" y="97155"/>
            <a:ext cx="3459480" cy="66624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 descr="64abdbec-cd99-4bd8-a1fb-8f1042f7d3c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>
                <a:solidFill>
                  <a:srgbClr val="2F2F2F"/>
                </a:solidFill>
                <a:ea typeface="微软雅黑" panose="020B0503020204020204" pitchFamily="34" charset="-122"/>
              </a:rPr>
              <a:t>业务流程</a:t>
            </a:r>
            <a:endParaRPr lang="zh-CN" altLang="en-US" sz="2800" b="1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  <p:pic>
        <p:nvPicPr>
          <p:cNvPr id="2" name="图片 1" descr="Mermaid (9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2275" y="460375"/>
            <a:ext cx="7352030" cy="593788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 descr="64abdbec-cd99-4bd8-a1fb-8f1042f7d3c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>
                <a:solidFill>
                  <a:srgbClr val="2F2F2F"/>
                </a:solidFill>
                <a:ea typeface="微软雅黑" panose="020B0503020204020204" pitchFamily="34" charset="-122"/>
              </a:rPr>
              <a:t>核心算法思路</a:t>
            </a:r>
            <a:endParaRPr lang="zh-CN" altLang="en-US" sz="2800" b="1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1264" b="-289"/>
          <a:stretch>
            <a:fillRect/>
          </a:stretch>
        </p:blipFill>
        <p:spPr>
          <a:xfrm>
            <a:off x="2260600" y="1269365"/>
            <a:ext cx="7740015" cy="8826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420" y="2392680"/>
            <a:ext cx="8334375" cy="8077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120" y="3390900"/>
            <a:ext cx="9242425" cy="8305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430" y="4411980"/>
            <a:ext cx="9727565" cy="84201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06d3941e-8a11-47b2-bbba-67b81cb5b5e8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>
                <a:solidFill>
                  <a:srgbClr val="2F2F2F"/>
                </a:solidFill>
                <a:ea typeface="微软雅黑" panose="020B0503020204020204" pitchFamily="34" charset="-122"/>
                <a:sym typeface="+mn-ea"/>
              </a:rPr>
              <a:t>关键技术创新点</a:t>
            </a:r>
            <a:endParaRPr lang="en-US" sz="3200" b="1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  <p:sp>
        <p:nvSpPr>
          <p:cNvPr id="25" name="文本占位符 24" descr="14e00bc8-4ee5-4c75-90b7-6ba85f1a152a"/>
          <p:cNvSpPr>
            <a:spLocks noGrp="1"/>
          </p:cNvSpPr>
          <p:nvPr>
            <p:ph type="body" sz="quarter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zh-CN" altLang="en-US" sz="2000" b="0" i="0" u="none">
                <a:solidFill>
                  <a:srgbClr val="2F2F2F"/>
                </a:solidFill>
                <a:ea typeface="微软雅黑" panose="020B0503020204020204" pitchFamily="34" charset="-122"/>
              </a:rPr>
              <a:t>介绍作品的</a:t>
            </a:r>
            <a:r>
              <a:rPr lang="en-US" sz="2000" b="0" i="0" u="none">
                <a:solidFill>
                  <a:srgbClr val="2F2F2F"/>
                </a:solidFill>
                <a:ea typeface="微软雅黑" panose="020B0503020204020204" pitchFamily="34" charset="-122"/>
              </a:rPr>
              <a:t>关键</a:t>
            </a:r>
            <a:r>
              <a:rPr lang="zh-CN" altLang="en-US" sz="2000" b="0" i="0" u="none">
                <a:solidFill>
                  <a:srgbClr val="2F2F2F"/>
                </a:solidFill>
                <a:ea typeface="微软雅黑" panose="020B0503020204020204" pitchFamily="34" charset="-122"/>
              </a:rPr>
              <a:t>创新点</a:t>
            </a:r>
            <a:endParaRPr lang="zh-CN" altLang="en-US" sz="2000" b="0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5f45e079-bd23-47c7-93f4-6ea65d562181.source.7.zh-Hans.pptx" descr="30d09385-3a6e-4817-ae28-905a34288600"/>
          <p:cNvGrpSpPr/>
          <p:nvPr/>
        </p:nvGrpSpPr>
        <p:grpSpPr>
          <a:xfrm>
            <a:off x="0" y="1143000"/>
            <a:ext cx="12192000" cy="4489299"/>
            <a:chOff x="0" y="1143000"/>
            <a:chExt cx="12192000" cy="4489299"/>
          </a:xfrm>
        </p:grpSpPr>
        <p:cxnSp>
          <p:nvCxnSpPr>
            <p:cNvPr id="3" name="直接连接符 2" descr="12bda598-4e0f-4449-a62f-20684b9cd173"/>
            <p:cNvCxnSpPr/>
            <p:nvPr/>
          </p:nvCxnSpPr>
          <p:spPr>
            <a:xfrm>
              <a:off x="0" y="2653994"/>
              <a:ext cx="12192000" cy="0"/>
            </a:xfrm>
            <a:prstGeom prst="line">
              <a:avLst/>
            </a:prstGeom>
            <a:ln w="127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itle" descr="3754c8a3-a208-42b1-9d87-23aa70f10d81"/>
            <p:cNvSpPr txBox="1"/>
            <p:nvPr/>
          </p:nvSpPr>
          <p:spPr>
            <a:xfrm>
              <a:off x="671768" y="1143000"/>
              <a:ext cx="10847130" cy="685786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pitchFamily="34" charset="-122"/>
                </a:rPr>
                <a:t>基于时序数据的健康评估与预警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pitchFamily="34" charset="-122"/>
              </a:endParaRPr>
            </a:p>
          </p:txBody>
        </p:sp>
        <p:grpSp>
          <p:nvGrpSpPr>
            <p:cNvPr id="15" name="组合 14" descr="14311b9b-8e8c-44c1-a42c-0c4851532177"/>
            <p:cNvGrpSpPr/>
            <p:nvPr/>
          </p:nvGrpSpPr>
          <p:grpSpPr>
            <a:xfrm>
              <a:off x="660400" y="2302731"/>
              <a:ext cx="1480942" cy="3329568"/>
              <a:chOff x="660400" y="2302731"/>
              <a:chExt cx="1480942" cy="3329568"/>
            </a:xfrm>
          </p:grpSpPr>
          <p:sp>
            <p:nvSpPr>
              <p:cNvPr id="6" name="Number1" descr="66abc6f4-6fbe-463b-bb26-e589b4b012cd"/>
              <p:cNvSpPr/>
              <p:nvPr/>
            </p:nvSpPr>
            <p:spPr>
              <a:xfrm>
                <a:off x="1088637" y="2302731"/>
                <a:ext cx="624468" cy="62446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1800" b="1" i="0" u="none">
                    <a:solidFill>
                      <a:srgbClr val="FFFFFF"/>
                    </a:solidFill>
                    <a:latin typeface="Arial" panose="020B0604020202020204"/>
                  </a:rPr>
                  <a:t>1</a:t>
                </a:r>
                <a:endParaRPr lang="en-US" sz="18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3" name="Text1" descr="0f47ce70-ecc8-44ff-841a-28c4bbbb97ae"/>
              <p:cNvSpPr/>
              <p:nvPr/>
            </p:nvSpPr>
            <p:spPr bwMode="auto">
              <a:xfrm>
                <a:off x="660400" y="4183654"/>
                <a:ext cx="1480942" cy="1448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采用“5 + X”动态加权健康度评估模型，涵盖多维度指标。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Bullet1" descr="ef695f04-35e0-49ff-bddf-0b0f73a13e17"/>
              <p:cNvSpPr txBox="1"/>
              <p:nvPr/>
            </p:nvSpPr>
            <p:spPr bwMode="auto">
              <a:xfrm>
                <a:off x="660400" y="3122345"/>
                <a:ext cx="1480942" cy="1061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latin typeface="微软雅黑" panose="020B0503020204020204" pitchFamily="34" charset="-122"/>
                  </a:rPr>
                  <a:t>5+X动态加权模型</a:t>
                </a:r>
                <a:endParaRPr lang="en-US" sz="1800" b="1" i="0" u="none">
                  <a:solidFill>
                    <a:srgbClr val="2F2F2F"/>
                  </a:solidFill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16" name="组合 15" descr="5d017eac-6ab3-4264-9486-c9e9ff5a6130"/>
            <p:cNvGrpSpPr/>
            <p:nvPr/>
          </p:nvGrpSpPr>
          <p:grpSpPr>
            <a:xfrm>
              <a:off x="2223326" y="2302731"/>
              <a:ext cx="1480942" cy="3329568"/>
              <a:chOff x="2314139" y="2302731"/>
              <a:chExt cx="1480942" cy="3329568"/>
            </a:xfrm>
          </p:grpSpPr>
          <p:sp>
            <p:nvSpPr>
              <p:cNvPr id="7" name="Number2" descr="4b99c093-51b9-4fa4-a2a8-73084ed266e3"/>
              <p:cNvSpPr/>
              <p:nvPr/>
            </p:nvSpPr>
            <p:spPr>
              <a:xfrm>
                <a:off x="2742376" y="2302731"/>
                <a:ext cx="624468" cy="62446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2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19" name="Text2" descr="1741953e-67ef-4ed8-a9e8-e1b4249628e6"/>
              <p:cNvSpPr/>
              <p:nvPr/>
            </p:nvSpPr>
            <p:spPr bwMode="auto">
              <a:xfrm>
                <a:off x="2314139" y="4183654"/>
                <a:ext cx="1480942" cy="1448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代码活跃度指标占比20%，反映项目开发热度。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Bullet2" descr="36843d74-f66c-4b41-9a9f-7aaee28052f1"/>
              <p:cNvSpPr txBox="1"/>
              <p:nvPr/>
            </p:nvSpPr>
            <p:spPr bwMode="auto">
              <a:xfrm>
                <a:off x="2314139" y="3122345"/>
                <a:ext cx="1480942" cy="1061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代码活跃度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6" name="组合 35" descr="5c177d0b-8ba8-49d0-8a34-59a52f9f34af"/>
            <p:cNvGrpSpPr/>
            <p:nvPr/>
          </p:nvGrpSpPr>
          <p:grpSpPr>
            <a:xfrm>
              <a:off x="3786252" y="2302731"/>
              <a:ext cx="1480942" cy="3329568"/>
              <a:chOff x="3834371" y="2302731"/>
              <a:chExt cx="1480942" cy="3329568"/>
            </a:xfrm>
          </p:grpSpPr>
          <p:sp>
            <p:nvSpPr>
              <p:cNvPr id="8" name="Number3" descr="c333b423-fbfe-4517-83d3-09ff780cc5a6"/>
              <p:cNvSpPr/>
              <p:nvPr/>
            </p:nvSpPr>
            <p:spPr>
              <a:xfrm>
                <a:off x="4262608" y="2302731"/>
                <a:ext cx="624468" cy="62446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3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2" name="Text3" descr="15b981a2-e9ae-47d3-86bf-63f140298b63"/>
              <p:cNvSpPr/>
              <p:nvPr/>
            </p:nvSpPr>
            <p:spPr bwMode="auto">
              <a:xfrm>
                <a:off x="3834371" y="4183654"/>
                <a:ext cx="1480942" cy="1448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latin typeface="Arial" panose="020B0604020202020204"/>
                  </a:rPr>
                  <a:t>Issue解决效能占比20%，体现项目问题处理能力。</a:t>
                </a:r>
                <a:endParaRPr lang="en-US" sz="1200" b="0" i="0" u="none">
                  <a:solidFill>
                    <a:srgbClr val="2F2F2F"/>
                  </a:solidFill>
                  <a:latin typeface="Arial" panose="020B0604020202020204"/>
                </a:endParaRPr>
              </a:p>
            </p:txBody>
          </p:sp>
          <p:sp>
            <p:nvSpPr>
              <p:cNvPr id="23" name="Bullet3" descr="a838daa1-d5e4-4d8d-927b-db4ee4e9fec3"/>
              <p:cNvSpPr txBox="1"/>
              <p:nvPr/>
            </p:nvSpPr>
            <p:spPr bwMode="auto">
              <a:xfrm>
                <a:off x="3834371" y="3122345"/>
                <a:ext cx="1480942" cy="1061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latin typeface="Arial" panose="020B0604020202020204"/>
                  </a:rPr>
                  <a:t>Issue解决效能</a:t>
                </a:r>
                <a:endParaRPr lang="en-US" sz="1800" b="1" i="0" u="none">
                  <a:solidFill>
                    <a:srgbClr val="2F2F2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38" name="组合 37" descr="9157c6b8-b99a-429d-8a11-74fa2b8931a4"/>
            <p:cNvGrpSpPr/>
            <p:nvPr/>
          </p:nvGrpSpPr>
          <p:grpSpPr>
            <a:xfrm>
              <a:off x="5349178" y="2302731"/>
              <a:ext cx="1480942" cy="3329568"/>
              <a:chOff x="5354603" y="2302731"/>
              <a:chExt cx="1480942" cy="3329568"/>
            </a:xfrm>
          </p:grpSpPr>
          <p:sp>
            <p:nvSpPr>
              <p:cNvPr id="9" name="Number4" descr="a6ee4b2a-d030-4c15-a775-fb92e75a6762"/>
              <p:cNvSpPr/>
              <p:nvPr/>
            </p:nvSpPr>
            <p:spPr>
              <a:xfrm>
                <a:off x="5782840" y="2302731"/>
                <a:ext cx="624468" cy="62446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4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5" name="Text4" descr="c88fcd52-6d98-4bf0-8421-37a725d5b17a"/>
              <p:cNvSpPr/>
              <p:nvPr/>
            </p:nvSpPr>
            <p:spPr bwMode="auto">
              <a:xfrm>
                <a:off x="5354603" y="4183654"/>
                <a:ext cx="1480942" cy="1448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贡献者生态占比20%，衡量项目社区活跃程度。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Bullet4" descr="7335d3a8-7b99-45a0-b096-22abe17596a8"/>
              <p:cNvSpPr txBox="1"/>
              <p:nvPr/>
            </p:nvSpPr>
            <p:spPr bwMode="auto">
              <a:xfrm>
                <a:off x="5354603" y="3122345"/>
                <a:ext cx="1480942" cy="1061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贡献者生态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组合 38" descr="1aca38a8-694d-495f-beda-79e758fb96ff"/>
            <p:cNvGrpSpPr/>
            <p:nvPr/>
          </p:nvGrpSpPr>
          <p:grpSpPr>
            <a:xfrm>
              <a:off x="6912104" y="2302731"/>
              <a:ext cx="1480942" cy="3329568"/>
              <a:chOff x="6874835" y="2302731"/>
              <a:chExt cx="1480942" cy="3329568"/>
            </a:xfrm>
          </p:grpSpPr>
          <p:sp>
            <p:nvSpPr>
              <p:cNvPr id="10" name="Number5" descr="7a86fa0e-efe7-4a03-879d-69ec5f26b710"/>
              <p:cNvSpPr/>
              <p:nvPr/>
            </p:nvSpPr>
            <p:spPr>
              <a:xfrm>
                <a:off x="7303072" y="2302731"/>
                <a:ext cx="624468" cy="62446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5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8" name="Text5" descr="369109a9-190f-4318-b47e-e7cd8e681ecd"/>
              <p:cNvSpPr/>
              <p:nvPr/>
            </p:nvSpPr>
            <p:spPr bwMode="auto">
              <a:xfrm>
                <a:off x="6874835" y="4183654"/>
                <a:ext cx="1480942" cy="1448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社区协作质量占比25%，评估团队协作效果。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Bullet5" descr="c94f2c5d-a580-499e-a39b-6d74379d5095"/>
              <p:cNvSpPr txBox="1"/>
              <p:nvPr/>
            </p:nvSpPr>
            <p:spPr bwMode="auto">
              <a:xfrm>
                <a:off x="6874835" y="3122345"/>
                <a:ext cx="1480942" cy="1061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社区协作质量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0" name="组合 39" descr="b7e1bc91-cd9f-4bfd-aa67-68f1ede3e07f"/>
            <p:cNvGrpSpPr/>
            <p:nvPr/>
          </p:nvGrpSpPr>
          <p:grpSpPr>
            <a:xfrm>
              <a:off x="8475030" y="2302731"/>
              <a:ext cx="1480942" cy="3329568"/>
              <a:chOff x="8395067" y="2302731"/>
              <a:chExt cx="1480942" cy="3329568"/>
            </a:xfrm>
          </p:grpSpPr>
          <p:sp>
            <p:nvSpPr>
              <p:cNvPr id="11" name="Number6" descr="7d45544e-9534-4fb8-a7ed-fbb84863d15f"/>
              <p:cNvSpPr/>
              <p:nvPr/>
            </p:nvSpPr>
            <p:spPr>
              <a:xfrm>
                <a:off x="8823304" y="2302731"/>
                <a:ext cx="624468" cy="62446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6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31" name="Text6" descr="61687e6a-269f-4527-a49b-0cf6d092280b"/>
              <p:cNvSpPr/>
              <p:nvPr/>
            </p:nvSpPr>
            <p:spPr bwMode="auto">
              <a:xfrm>
                <a:off x="8395067" y="4183654"/>
                <a:ext cx="1480942" cy="1448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合规安全性占比15%，保障项目安全合规。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Bullet6" descr="7987936e-b920-4abd-a241-88a0c17841fc"/>
              <p:cNvSpPr txBox="1"/>
              <p:nvPr/>
            </p:nvSpPr>
            <p:spPr bwMode="auto">
              <a:xfrm>
                <a:off x="8395067" y="3122345"/>
                <a:ext cx="1480942" cy="1061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合规安全性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" name="组合 40" descr="7732d046-807f-467c-bfe7-84148d94c13f"/>
            <p:cNvGrpSpPr/>
            <p:nvPr/>
          </p:nvGrpSpPr>
          <p:grpSpPr>
            <a:xfrm>
              <a:off x="10037958" y="2302731"/>
              <a:ext cx="1480942" cy="3329568"/>
              <a:chOff x="10037958" y="2302731"/>
              <a:chExt cx="1480942" cy="3329568"/>
            </a:xfrm>
          </p:grpSpPr>
          <p:sp>
            <p:nvSpPr>
              <p:cNvPr id="12" name="Number7" descr="ae12e7a4-b517-4a39-af64-fdbcd15a956a"/>
              <p:cNvSpPr/>
              <p:nvPr/>
            </p:nvSpPr>
            <p:spPr>
              <a:xfrm>
                <a:off x="10466195" y="2302731"/>
                <a:ext cx="624468" cy="62446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1800" b="1" i="0" u="none">
                    <a:solidFill>
                      <a:srgbClr val="000000"/>
                    </a:solidFill>
                    <a:latin typeface="Arial" panose="020B0604020202020204"/>
                  </a:rPr>
                  <a:t>7</a:t>
                </a:r>
                <a:endParaRPr lang="en-US" sz="1800" b="1" i="0" u="none">
                  <a:solidFill>
                    <a:srgbClr val="0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34" name="Text7" descr="30d65da8-800e-473b-a6d7-a9701d8ffc05"/>
              <p:cNvSpPr/>
              <p:nvPr/>
            </p:nvSpPr>
            <p:spPr bwMode="auto">
              <a:xfrm>
                <a:off x="10037958" y="4183654"/>
                <a:ext cx="1480942" cy="14486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支持自定义维度（X%），满足个性化需求。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Bullet7" descr="5cebc60e-820c-439e-9566-73154fe4b06e"/>
              <p:cNvSpPr txBox="1"/>
              <p:nvPr/>
            </p:nvSpPr>
            <p:spPr bwMode="auto">
              <a:xfrm>
                <a:off x="10037958" y="3122345"/>
                <a:ext cx="1480942" cy="1061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自定义维度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" name="标题 1" descr="64abdbec-cd99-4bd8-a1fb-8f1042f7d3c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pitchFamily="34" charset="-122"/>
              </a:rPr>
              <a:t>时序驱动的工业设备健康度评估与故障预警</a:t>
            </a:r>
            <a:endParaRPr lang="en-US" sz="2800" b="1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1955e6a3-65eb-4a9b-bef5-6ccc3ec5da36.source.3.zh-Hans.pptx" descr="9c805a49-5add-4a8d-bf64-16dc67af4079"/>
          <p:cNvGrpSpPr/>
          <p:nvPr/>
        </p:nvGrpSpPr>
        <p:grpSpPr>
          <a:xfrm>
            <a:off x="695325" y="1040108"/>
            <a:ext cx="10801350" cy="5184183"/>
            <a:chOff x="695325" y="1040108"/>
            <a:chExt cx="10801350" cy="5184183"/>
          </a:xfrm>
        </p:grpSpPr>
        <p:sp>
          <p:nvSpPr>
            <p:cNvPr id="9" name="任意多边形: 形状 8" descr="496d9961-a997-4f0d-a5a0-b3f826508333"/>
            <p:cNvSpPr/>
            <p:nvPr/>
          </p:nvSpPr>
          <p:spPr>
            <a:xfrm>
              <a:off x="695325" y="1040108"/>
              <a:ext cx="10801350" cy="5184183"/>
            </a:xfrm>
            <a:custGeom>
              <a:avLst/>
              <a:gdLst>
                <a:gd name="connsiteX0" fmla="*/ 443220 w 10801350"/>
                <a:gd name="connsiteY0" fmla="*/ 0 h 5184183"/>
                <a:gd name="connsiteX1" fmla="*/ 1138467 w 10801350"/>
                <a:gd name="connsiteY1" fmla="*/ 0 h 5184183"/>
                <a:gd name="connsiteX2" fmla="*/ 1303588 w 10801350"/>
                <a:gd name="connsiteY2" fmla="*/ 147234 h 5184183"/>
                <a:gd name="connsiteX3" fmla="*/ 3754333 w 10801350"/>
                <a:gd name="connsiteY3" fmla="*/ 147234 h 5184183"/>
                <a:gd name="connsiteX4" fmla="*/ 3910763 w 10801350"/>
                <a:gd name="connsiteY4" fmla="*/ 7750 h 5184183"/>
                <a:gd name="connsiteX5" fmla="*/ 5997575 w 10801350"/>
                <a:gd name="connsiteY5" fmla="*/ 7750 h 5184183"/>
                <a:gd name="connsiteX6" fmla="*/ 6200775 w 10801350"/>
                <a:gd name="connsiteY6" fmla="*/ 7750 h 5184183"/>
                <a:gd name="connsiteX7" fmla="*/ 10245152 w 10801350"/>
                <a:gd name="connsiteY7" fmla="*/ 7750 h 5184183"/>
                <a:gd name="connsiteX8" fmla="*/ 10792658 w 10801350"/>
                <a:gd name="connsiteY8" fmla="*/ 495946 h 5184183"/>
                <a:gd name="connsiteX9" fmla="*/ 10792658 w 10801350"/>
                <a:gd name="connsiteY9" fmla="*/ 3556861 h 5184183"/>
                <a:gd name="connsiteX10" fmla="*/ 10679682 w 10801350"/>
                <a:gd name="connsiteY10" fmla="*/ 3657599 h 5184183"/>
                <a:gd name="connsiteX11" fmla="*/ 10679682 w 10801350"/>
                <a:gd name="connsiteY11" fmla="*/ 4587499 h 5184183"/>
                <a:gd name="connsiteX12" fmla="*/ 10801350 w 10801350"/>
                <a:gd name="connsiteY12" fmla="*/ 4695987 h 5184183"/>
                <a:gd name="connsiteX13" fmla="*/ 10801350 w 10801350"/>
                <a:gd name="connsiteY13" fmla="*/ 4990454 h 5184183"/>
                <a:gd name="connsiteX14" fmla="*/ 10592776 w 10801350"/>
                <a:gd name="connsiteY14" fmla="*/ 5176434 h 5184183"/>
                <a:gd name="connsiteX15" fmla="*/ 9723717 w 10801350"/>
                <a:gd name="connsiteY15" fmla="*/ 5176434 h 5184183"/>
                <a:gd name="connsiteX16" fmla="*/ 9549906 w 10801350"/>
                <a:gd name="connsiteY16" fmla="*/ 5021451 h 5184183"/>
                <a:gd name="connsiteX17" fmla="*/ 7159995 w 10801350"/>
                <a:gd name="connsiteY17" fmla="*/ 5021451 h 5184183"/>
                <a:gd name="connsiteX18" fmla="*/ 6977493 w 10801350"/>
                <a:gd name="connsiteY18" fmla="*/ 5184183 h 5184183"/>
                <a:gd name="connsiteX19" fmla="*/ 6200775 w 10801350"/>
                <a:gd name="connsiteY19" fmla="*/ 5184183 h 5184183"/>
                <a:gd name="connsiteX20" fmla="*/ 5997575 w 10801350"/>
                <a:gd name="connsiteY20" fmla="*/ 5184183 h 5184183"/>
                <a:gd name="connsiteX21" fmla="*/ 608342 w 10801350"/>
                <a:gd name="connsiteY21" fmla="*/ 5184183 h 5184183"/>
                <a:gd name="connsiteX22" fmla="*/ 26073 w 10801350"/>
                <a:gd name="connsiteY22" fmla="*/ 4664990 h 5184183"/>
                <a:gd name="connsiteX23" fmla="*/ 26073 w 10801350"/>
                <a:gd name="connsiteY23" fmla="*/ 3386380 h 5184183"/>
                <a:gd name="connsiteX24" fmla="*/ 139049 w 10801350"/>
                <a:gd name="connsiteY24" fmla="*/ 3285642 h 5184183"/>
                <a:gd name="connsiteX25" fmla="*/ 139049 w 10801350"/>
                <a:gd name="connsiteY25" fmla="*/ 2076773 h 5184183"/>
                <a:gd name="connsiteX26" fmla="*/ 0 w 10801350"/>
                <a:gd name="connsiteY26" fmla="*/ 1952787 h 5184183"/>
                <a:gd name="connsiteX27" fmla="*/ 0 w 10801350"/>
                <a:gd name="connsiteY27" fmla="*/ 395207 h 518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801350" h="5184183">
                  <a:moveTo>
                    <a:pt x="443220" y="0"/>
                  </a:moveTo>
                  <a:lnTo>
                    <a:pt x="1138467" y="0"/>
                  </a:lnTo>
                  <a:lnTo>
                    <a:pt x="1303588" y="147234"/>
                  </a:lnTo>
                  <a:lnTo>
                    <a:pt x="3754333" y="147234"/>
                  </a:lnTo>
                  <a:lnTo>
                    <a:pt x="3910763" y="7750"/>
                  </a:lnTo>
                  <a:lnTo>
                    <a:pt x="5997575" y="7750"/>
                  </a:lnTo>
                  <a:lnTo>
                    <a:pt x="6200775" y="7750"/>
                  </a:lnTo>
                  <a:lnTo>
                    <a:pt x="10245152" y="7750"/>
                  </a:lnTo>
                  <a:lnTo>
                    <a:pt x="10792658" y="495946"/>
                  </a:lnTo>
                  <a:lnTo>
                    <a:pt x="10792658" y="3556861"/>
                  </a:lnTo>
                  <a:lnTo>
                    <a:pt x="10679682" y="3657599"/>
                  </a:lnTo>
                  <a:lnTo>
                    <a:pt x="10679682" y="4587499"/>
                  </a:lnTo>
                  <a:lnTo>
                    <a:pt x="10801350" y="4695987"/>
                  </a:lnTo>
                  <a:lnTo>
                    <a:pt x="10801350" y="4990454"/>
                  </a:lnTo>
                  <a:lnTo>
                    <a:pt x="10592776" y="5176434"/>
                  </a:lnTo>
                  <a:lnTo>
                    <a:pt x="9723717" y="5176434"/>
                  </a:lnTo>
                  <a:lnTo>
                    <a:pt x="9549906" y="5021451"/>
                  </a:lnTo>
                  <a:lnTo>
                    <a:pt x="7159995" y="5021451"/>
                  </a:lnTo>
                  <a:lnTo>
                    <a:pt x="6977493" y="5184183"/>
                  </a:lnTo>
                  <a:lnTo>
                    <a:pt x="6200775" y="5184183"/>
                  </a:lnTo>
                  <a:lnTo>
                    <a:pt x="5997575" y="5184183"/>
                  </a:lnTo>
                  <a:lnTo>
                    <a:pt x="608342" y="5184183"/>
                  </a:lnTo>
                  <a:lnTo>
                    <a:pt x="26073" y="4664990"/>
                  </a:lnTo>
                  <a:lnTo>
                    <a:pt x="26073" y="3386380"/>
                  </a:lnTo>
                  <a:lnTo>
                    <a:pt x="139049" y="3285642"/>
                  </a:lnTo>
                  <a:lnTo>
                    <a:pt x="139049" y="2076773"/>
                  </a:lnTo>
                  <a:lnTo>
                    <a:pt x="0" y="1952787"/>
                  </a:lnTo>
                  <a:lnTo>
                    <a:pt x="0" y="395207"/>
                  </a:ln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</a:p>
          </p:txBody>
        </p:sp>
        <p:sp>
          <p:nvSpPr>
            <p:cNvPr id="11" name="Title" descr="67c2c5bd-3669-4037-99a4-f58b6dcfa75a"/>
            <p:cNvSpPr/>
            <p:nvPr/>
          </p:nvSpPr>
          <p:spPr>
            <a:xfrm>
              <a:off x="2795404" y="1716476"/>
              <a:ext cx="6601193" cy="1214199"/>
            </a:xfrm>
            <a:prstGeom prst="trapezoid">
              <a:avLst>
                <a:gd name="adj" fmla="val 39524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0000">
                  <a:schemeClr val="accent1"/>
                </a:gs>
              </a:gsLst>
              <a:lin ang="2700000" scaled="0"/>
            </a:gradFill>
          </p:spPr>
          <p:txBody>
            <a:bodyPr wrap="none" lIns="108000" tIns="108000" rIns="108000" bIns="108000" rtlCol="0" anchor="ctr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400" b="1" i="0" u="none">
                  <a:solidFill>
                    <a:srgbClr val="FFFFFF"/>
                  </a:solidFill>
                  <a:ea typeface="微软雅黑" panose="020B0503020204020204" pitchFamily="34" charset="-122"/>
                </a:rPr>
                <a:t>利用LSTM预测健康度趋势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3" name="平行四边形 12" descr="baf59e68-e1ab-4c43-b9d7-2bce7bcce07f"/>
            <p:cNvSpPr/>
            <p:nvPr/>
          </p:nvSpPr>
          <p:spPr>
            <a:xfrm flipV="1">
              <a:off x="9076740" y="1716476"/>
              <a:ext cx="989798" cy="1214199"/>
            </a:xfrm>
            <a:prstGeom prst="parallelogram">
              <a:avLst>
                <a:gd name="adj" fmla="val 49726"/>
              </a:avLst>
            </a:prstGeom>
            <a:solidFill>
              <a:schemeClr val="tx2">
                <a:alpha val="15000"/>
              </a:schemeClr>
            </a:solidFill>
            <a:ln>
              <a:solidFill>
                <a:schemeClr val="accent2">
                  <a:lumMod val="20000"/>
                  <a:lumOff val="80000"/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20000"/>
                </a:lnSpc>
              </a:pPr>
            </a:p>
          </p:txBody>
        </p:sp>
        <p:sp>
          <p:nvSpPr>
            <p:cNvPr id="14" name="平行四边形 13" descr="b1fb4c77-19cf-4b48-945b-66b9dbce19fd"/>
            <p:cNvSpPr/>
            <p:nvPr/>
          </p:nvSpPr>
          <p:spPr>
            <a:xfrm flipV="1">
              <a:off x="9759479" y="1716476"/>
              <a:ext cx="989798" cy="1214199"/>
            </a:xfrm>
            <a:prstGeom prst="parallelogram">
              <a:avLst>
                <a:gd name="adj" fmla="val 49726"/>
              </a:avLst>
            </a:prstGeom>
            <a:solidFill>
              <a:schemeClr val="tx2">
                <a:alpha val="15000"/>
              </a:schemeClr>
            </a:solidFill>
            <a:ln>
              <a:solidFill>
                <a:schemeClr val="accent2">
                  <a:lumMod val="20000"/>
                  <a:lumOff val="80000"/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20000"/>
                </a:lnSpc>
              </a:pPr>
            </a:p>
          </p:txBody>
        </p:sp>
        <p:sp>
          <p:nvSpPr>
            <p:cNvPr id="15" name="平行四边形 14" descr="9800af90-4f0c-4ceb-bacc-0a26e369819c"/>
            <p:cNvSpPr/>
            <p:nvPr/>
          </p:nvSpPr>
          <p:spPr>
            <a:xfrm>
              <a:off x="2125461" y="1716476"/>
              <a:ext cx="989798" cy="1214199"/>
            </a:xfrm>
            <a:prstGeom prst="parallelogram">
              <a:avLst>
                <a:gd name="adj" fmla="val 49726"/>
              </a:avLst>
            </a:prstGeom>
            <a:solidFill>
              <a:schemeClr val="tx2">
                <a:alpha val="15000"/>
              </a:schemeClr>
            </a:solidFill>
            <a:ln>
              <a:solidFill>
                <a:schemeClr val="accent2">
                  <a:lumMod val="20000"/>
                  <a:lumOff val="80000"/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20000"/>
                </a:lnSpc>
              </a:pPr>
            </a:p>
          </p:txBody>
        </p:sp>
        <p:sp>
          <p:nvSpPr>
            <p:cNvPr id="16" name="平行四边形 15" descr="9689aa79-2669-4893-80c8-6a130a4ee242"/>
            <p:cNvSpPr/>
            <p:nvPr/>
          </p:nvSpPr>
          <p:spPr>
            <a:xfrm>
              <a:off x="1442723" y="1716476"/>
              <a:ext cx="989798" cy="1214199"/>
            </a:xfrm>
            <a:prstGeom prst="parallelogram">
              <a:avLst>
                <a:gd name="adj" fmla="val 49726"/>
              </a:avLst>
            </a:prstGeom>
            <a:solidFill>
              <a:schemeClr val="tx2">
                <a:alpha val="15000"/>
              </a:schemeClr>
            </a:solidFill>
            <a:ln>
              <a:solidFill>
                <a:schemeClr val="accent2">
                  <a:lumMod val="20000"/>
                  <a:lumOff val="80000"/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20000"/>
                </a:lnSpc>
              </a:pPr>
            </a:p>
          </p:txBody>
        </p:sp>
        <p:grpSp>
          <p:nvGrpSpPr>
            <p:cNvPr id="2" name="组合 1" descr="7fbfda63-de7d-4de6-95c8-93e8f5d9af43"/>
            <p:cNvGrpSpPr/>
            <p:nvPr/>
          </p:nvGrpSpPr>
          <p:grpSpPr>
            <a:xfrm>
              <a:off x="2040295" y="3379491"/>
              <a:ext cx="2172594" cy="2261616"/>
              <a:chOff x="2040295" y="3379491"/>
              <a:chExt cx="2172594" cy="2261616"/>
            </a:xfrm>
          </p:grpSpPr>
          <p:sp>
            <p:nvSpPr>
              <p:cNvPr id="24" name="Number1" descr="15d43bd4-5a0b-4933-a4f7-11973ea88d9c"/>
              <p:cNvSpPr/>
              <p:nvPr/>
            </p:nvSpPr>
            <p:spPr>
              <a:xfrm>
                <a:off x="2040295" y="3379491"/>
                <a:ext cx="2172594" cy="560381"/>
              </a:xfrm>
              <a:prstGeom prst="snip1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000" b="1" i="0" u="none">
                    <a:solidFill>
                      <a:srgbClr val="2F2F2F"/>
                    </a:solidFill>
                    <a:latin typeface="Arial" panose="020B0604020202020204"/>
                  </a:rPr>
                  <a:t>01</a:t>
                </a:r>
                <a:endParaRPr lang="en-US" sz="2000" b="1" i="0" u="none">
                  <a:solidFill>
                    <a:srgbClr val="2F2F2F"/>
                  </a:solidFill>
                  <a:latin typeface="Arial" panose="020B0604020202020204"/>
                </a:endParaRPr>
              </a:p>
            </p:txBody>
          </p:sp>
          <p:sp>
            <p:nvSpPr>
              <p:cNvPr id="21" name="Text1" descr="77722a5a-f2a2-4793-a688-c78470f52e69"/>
              <p:cNvSpPr txBox="1"/>
              <p:nvPr/>
            </p:nvSpPr>
            <p:spPr>
              <a:xfrm>
                <a:off x="2040295" y="4576004"/>
                <a:ext cx="2172594" cy="1065103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通过LSTM时序预测，提前了解健康度发展趋势。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5" name="Bullet1" descr="51b50024-4098-444e-9cb7-aed6a86c6d39"/>
              <p:cNvSpPr txBox="1"/>
              <p:nvPr/>
            </p:nvSpPr>
            <p:spPr>
              <a:xfrm>
                <a:off x="2040295" y="4103371"/>
                <a:ext cx="2172594" cy="472634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预测健康度趋势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" name="组合 2" descr="8eaf414f-7326-4ced-b4c9-8bbdb5c71c9a"/>
            <p:cNvGrpSpPr/>
            <p:nvPr/>
          </p:nvGrpSpPr>
          <p:grpSpPr>
            <a:xfrm>
              <a:off x="5009704" y="3379491"/>
              <a:ext cx="2172594" cy="2261616"/>
              <a:chOff x="5009704" y="3379491"/>
              <a:chExt cx="2172594" cy="2261616"/>
            </a:xfrm>
          </p:grpSpPr>
          <p:sp>
            <p:nvSpPr>
              <p:cNvPr id="10" name="Number2" descr="920487c8-e889-496e-883e-5777336a9b21"/>
              <p:cNvSpPr/>
              <p:nvPr/>
            </p:nvSpPr>
            <p:spPr>
              <a:xfrm>
                <a:off x="5009704" y="3379491"/>
                <a:ext cx="2172594" cy="560381"/>
              </a:xfrm>
              <a:prstGeom prst="snip1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000" b="1" i="0" u="none">
                    <a:solidFill>
                      <a:srgbClr val="2F2F2F"/>
                    </a:solidFill>
                    <a:latin typeface="Arial" panose="020B0604020202020204"/>
                  </a:rPr>
                  <a:t>02</a:t>
                </a:r>
                <a:endParaRPr lang="en-US" sz="2000" b="1" i="0" u="none">
                  <a:solidFill>
                    <a:srgbClr val="2F2F2F"/>
                  </a:solidFill>
                  <a:latin typeface="Arial" panose="020B0604020202020204"/>
                </a:endParaRPr>
              </a:p>
            </p:txBody>
          </p:sp>
          <p:sp>
            <p:nvSpPr>
              <p:cNvPr id="17" name="Text2" descr="6ebd5974-2da4-4fe5-a21c-63c09a4bd180"/>
              <p:cNvSpPr txBox="1"/>
              <p:nvPr/>
            </p:nvSpPr>
            <p:spPr>
              <a:xfrm>
                <a:off x="5009704" y="4576004"/>
                <a:ext cx="2172594" cy="1065103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及时发现潜在风险并预警，避免故障发生。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Bullet2" descr="4cdfee6a-45af-48ca-9a39-17cf13a5919e"/>
              <p:cNvSpPr txBox="1"/>
              <p:nvPr/>
            </p:nvSpPr>
            <p:spPr>
              <a:xfrm>
                <a:off x="5009704" y="4103371"/>
                <a:ext cx="2172594" cy="472634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提前预警风险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" name="组合 21" descr="3ca272c0-bfe2-4d65-a9f7-7f3aa3a15b8f"/>
            <p:cNvGrpSpPr/>
            <p:nvPr/>
          </p:nvGrpSpPr>
          <p:grpSpPr>
            <a:xfrm>
              <a:off x="7979112" y="3379491"/>
              <a:ext cx="2172594" cy="2261616"/>
              <a:chOff x="7979112" y="3379491"/>
              <a:chExt cx="2172594" cy="2261616"/>
            </a:xfrm>
          </p:grpSpPr>
          <p:sp>
            <p:nvSpPr>
              <p:cNvPr id="20" name="Number3" descr="cd716257-ef4f-4360-92b2-fa5f03e06f75"/>
              <p:cNvSpPr/>
              <p:nvPr/>
            </p:nvSpPr>
            <p:spPr>
              <a:xfrm>
                <a:off x="7979112" y="3379491"/>
                <a:ext cx="2172594" cy="560381"/>
              </a:xfrm>
              <a:prstGeom prst="snip1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 anchorCtr="0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000" b="1" i="0" u="none">
                    <a:solidFill>
                      <a:srgbClr val="2F2F2F"/>
                    </a:solidFill>
                    <a:latin typeface="Arial" panose="020B0604020202020204"/>
                  </a:rPr>
                  <a:t>03</a:t>
                </a:r>
                <a:endParaRPr lang="en-US" sz="2000" b="1" i="0" u="none">
                  <a:solidFill>
                    <a:srgbClr val="2F2F2F"/>
                  </a:solidFill>
                  <a:latin typeface="Arial" panose="020B0604020202020204"/>
                </a:endParaRPr>
              </a:p>
            </p:txBody>
          </p:sp>
          <p:sp>
            <p:nvSpPr>
              <p:cNvPr id="28" name="Text3" descr="be79ed1b-da6d-432b-85ff-99b4d1b9ee86"/>
              <p:cNvSpPr txBox="1"/>
              <p:nvPr/>
            </p:nvSpPr>
            <p:spPr>
              <a:xfrm>
                <a:off x="7979112" y="4576004"/>
                <a:ext cx="2172594" cy="1065103"/>
              </a:xfrm>
              <a:prstGeom prst="rect">
                <a:avLst/>
              </a:prstGeom>
              <a:noFill/>
            </p:spPr>
            <p:txBody>
              <a:bodyPr wrap="square" rtlCol="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根据预测结果生成优化建议，助力项目改进。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Bullet3" descr="59d89808-943f-47bd-b503-6d35b86255e2"/>
              <p:cNvSpPr txBox="1"/>
              <p:nvPr/>
            </p:nvSpPr>
            <p:spPr>
              <a:xfrm>
                <a:off x="7979112" y="4103371"/>
                <a:ext cx="2172594" cy="472634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生成优化建议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4" name="标题 3" descr="64abdbec-cd99-4bd8-a1fb-8f1042f7d3c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latin typeface="Arial" panose="020B0604020202020204"/>
              </a:rPr>
              <a:t>LSTM时序预测</a:t>
            </a:r>
            <a:endParaRPr lang="en-US" sz="2800" b="1" i="0" u="none">
              <a:solidFill>
                <a:srgbClr val="2F2F2F"/>
              </a:solidFill>
              <a:latin typeface="Arial" panose="020B0604020202020204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f3a6d23e-f17e-4b19-9ad2-04b4a318ed61.source.4.zh-Hans.pptx" descr="151083fd-94d3-46e2-92d9-8ba30fc7473d"/>
          <p:cNvGrpSpPr/>
          <p:nvPr/>
        </p:nvGrpSpPr>
        <p:grpSpPr>
          <a:xfrm>
            <a:off x="0" y="1130301"/>
            <a:ext cx="12192000" cy="5727699"/>
            <a:chOff x="0" y="1130301"/>
            <a:chExt cx="12192000" cy="5727699"/>
          </a:xfrm>
        </p:grpSpPr>
        <p:sp>
          <p:nvSpPr>
            <p:cNvPr id="5" name="PictureMisc1" descr="ff95c48d-0e96-4fcc-82c6-75bb7f48d75b"/>
            <p:cNvSpPr/>
            <p:nvPr/>
          </p:nvSpPr>
          <p:spPr>
            <a:xfrm>
              <a:off x="0" y="5562667"/>
              <a:ext cx="12192000" cy="1295333"/>
            </a:xfrm>
            <a:prstGeom prst="rect">
              <a:avLst/>
            </a:prstGeom>
            <a:blipFill rotWithShape="1">
              <a:blip r:embed="rId1"/>
              <a:srcRect/>
              <a:stretch>
                <a:fillRect t="-8697" b="-418803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sp>
          <p:nvSpPr>
            <p:cNvPr id="6" name="c" descr="bce7f1df-2422-4ef7-83e4-6605baba5fcb"/>
            <p:cNvSpPr/>
            <p:nvPr/>
          </p:nvSpPr>
          <p:spPr>
            <a:xfrm>
              <a:off x="660399" y="1777184"/>
              <a:ext cx="10858500" cy="4356916"/>
            </a:xfrm>
            <a:prstGeom prst="roundRect">
              <a:avLst>
                <a:gd name="adj" fmla="val 3015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90000"/>
                  </a:schemeClr>
                </a:gs>
              </a:gsLst>
              <a:lin ang="5400000" scaled="1"/>
              <a:tileRect/>
            </a:gradFill>
            <a:ln w="6350">
              <a:gradFill flip="none" rotWithShape="1"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5400000" scaled="1"/>
                <a:tileRect/>
              </a:gra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 anchorCtr="0">
              <a:normAutofit/>
            </a:bodyPr>
            <a:lstStyle/>
            <a:p>
              <a:pPr algn="ctr">
                <a:lnSpc>
                  <a:spcPct val="120000"/>
                </a:lnSpc>
              </a:pPr>
            </a:p>
          </p:txBody>
        </p:sp>
        <p:sp>
          <p:nvSpPr>
            <p:cNvPr id="7" name="Title" descr="04fcdc35-7790-473e-ab72-5da4c8a3ed7b"/>
            <p:cNvSpPr/>
            <p:nvPr/>
          </p:nvSpPr>
          <p:spPr>
            <a:xfrm>
              <a:off x="660399" y="1130301"/>
              <a:ext cx="10858500" cy="586098"/>
            </a:xfrm>
            <a:prstGeom prst="rect">
              <a:avLst/>
            </a:prstGeom>
            <a:noFill/>
            <a:ln w="762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anchor="ctr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pitchFamily="34" charset="-122"/>
                </a:rPr>
                <a:t>构建协作网络实现精准匹配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pitchFamily="34" charset="-122"/>
              </a:endParaRPr>
            </a:p>
          </p:txBody>
        </p:sp>
        <p:grpSp>
          <p:nvGrpSpPr>
            <p:cNvPr id="45" name="组合 44" descr="d2d6ef16-856b-495a-a969-64bf21b0024b"/>
            <p:cNvGrpSpPr/>
            <p:nvPr/>
          </p:nvGrpSpPr>
          <p:grpSpPr>
            <a:xfrm>
              <a:off x="885625" y="1931699"/>
              <a:ext cx="5009337" cy="1822378"/>
              <a:chOff x="885625" y="1931699"/>
              <a:chExt cx="5009337" cy="1822378"/>
            </a:xfrm>
          </p:grpSpPr>
          <p:sp>
            <p:nvSpPr>
              <p:cNvPr id="42" name="Number1" descr="9c53253b-b001-4e28-8099-8931a8e1f5f2"/>
              <p:cNvSpPr/>
              <p:nvPr/>
            </p:nvSpPr>
            <p:spPr>
              <a:xfrm flipH="1">
                <a:off x="885625" y="1931699"/>
                <a:ext cx="472502" cy="47266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200" b="1" i="0" u="none">
                    <a:solidFill>
                      <a:srgbClr val="46A9FA"/>
                    </a:solidFill>
                    <a:latin typeface="Arial" panose="020B0604020202020204"/>
                  </a:rPr>
                  <a:t>1</a:t>
                </a:r>
                <a:endParaRPr lang="en-US" sz="1200" b="1" i="0" u="none">
                  <a:solidFill>
                    <a:srgbClr val="46A9FA"/>
                  </a:solidFill>
                  <a:latin typeface="Arial" panose="020B0604020202020204"/>
                </a:endParaRPr>
              </a:p>
            </p:txBody>
          </p:sp>
          <p:sp>
            <p:nvSpPr>
              <p:cNvPr id="43" name="Bullet1" descr="8d380af7-ea1f-4a04-80a2-ae7e82ce4725"/>
              <p:cNvSpPr txBox="1"/>
              <p:nvPr/>
            </p:nvSpPr>
            <p:spPr>
              <a:xfrm>
                <a:off x="1383527" y="1931699"/>
                <a:ext cx="4511435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2F2F2F"/>
                    </a:solidFill>
                    <a:latin typeface="Arial" panose="020B0604020202020204"/>
                  </a:rPr>
                  <a:t>GNN协作网络图谱</a:t>
                </a:r>
                <a:endParaRPr lang="en-US" sz="1800" b="1" i="0" u="none">
                  <a:solidFill>
                    <a:srgbClr val="2F2F2F"/>
                  </a:solidFill>
                  <a:latin typeface="Arial" panose="020B0604020202020204"/>
                </a:endParaRPr>
              </a:p>
            </p:txBody>
          </p:sp>
          <p:sp>
            <p:nvSpPr>
              <p:cNvPr id="44" name="Text1" descr="41d3e034-d64b-4f06-bf1c-26e34b9ca530"/>
              <p:cNvSpPr txBox="1"/>
              <p:nvPr/>
            </p:nvSpPr>
            <p:spPr>
              <a:xfrm>
                <a:off x="1383527" y="2404361"/>
                <a:ext cx="4511435" cy="13497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基于GNN构建协作网络图谱，清晰展示各方关系。</a:t>
                </a:r>
                <a:endParaRPr lang="en-US" sz="1200" b="0" i="0" u="none" strike="noStrik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6" name="组合 45" descr="afe003aa-7431-4cbc-8091-29c512ade229"/>
            <p:cNvGrpSpPr/>
            <p:nvPr/>
          </p:nvGrpSpPr>
          <p:grpSpPr>
            <a:xfrm>
              <a:off x="885625" y="4204072"/>
              <a:ext cx="5009337" cy="1822378"/>
              <a:chOff x="885625" y="4204072"/>
              <a:chExt cx="5009337" cy="1822378"/>
            </a:xfrm>
          </p:grpSpPr>
          <p:sp>
            <p:nvSpPr>
              <p:cNvPr id="36" name="Number2" descr="13084be6-fa41-42fa-9dd2-624e111f153b"/>
              <p:cNvSpPr/>
              <p:nvPr/>
            </p:nvSpPr>
            <p:spPr>
              <a:xfrm flipH="1">
                <a:off x="885625" y="4204072"/>
                <a:ext cx="472502" cy="47266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200" b="1" i="0" u="none">
                    <a:solidFill>
                      <a:srgbClr val="46A9FA"/>
                    </a:solidFill>
                    <a:latin typeface="Arial" panose="020B0604020202020204"/>
                  </a:rPr>
                  <a:t>2</a:t>
                </a:r>
                <a:endParaRPr lang="en-US" sz="1200" b="1" i="0" u="none">
                  <a:solidFill>
                    <a:srgbClr val="46A9FA"/>
                  </a:solidFill>
                  <a:latin typeface="Arial" panose="020B0604020202020204"/>
                </a:endParaRPr>
              </a:p>
            </p:txBody>
          </p:sp>
          <p:sp>
            <p:nvSpPr>
              <p:cNvPr id="37" name="Bullet2" descr="f6b01126-55fa-461d-911d-5ac70015a581"/>
              <p:cNvSpPr txBox="1"/>
              <p:nvPr/>
            </p:nvSpPr>
            <p:spPr>
              <a:xfrm>
                <a:off x="1383527" y="4204072"/>
                <a:ext cx="4511435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三方网络图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Text2" descr="e661f293-c675-4eac-9f14-e55ae44d1cbe"/>
              <p:cNvSpPr txBox="1"/>
              <p:nvPr/>
            </p:nvSpPr>
            <p:spPr>
              <a:xfrm>
                <a:off x="1383527" y="4676734"/>
                <a:ext cx="4511435" cy="13497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构建项目 - 开发者 - 机构三方网络图，全面分析协作情况。</a:t>
                </a:r>
                <a:endParaRPr lang="en-US" sz="1200" b="0" i="0" u="none" strike="noStrik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7" name="组合 46" descr="f00cabbc-b305-42d2-ab29-a3aaf9214ebc"/>
            <p:cNvGrpSpPr/>
            <p:nvPr/>
          </p:nvGrpSpPr>
          <p:grpSpPr>
            <a:xfrm>
              <a:off x="6026873" y="1931699"/>
              <a:ext cx="5009337" cy="1822378"/>
              <a:chOff x="6026873" y="1931699"/>
              <a:chExt cx="5009337" cy="1822378"/>
            </a:xfrm>
          </p:grpSpPr>
          <p:sp>
            <p:nvSpPr>
              <p:cNvPr id="25" name="Number3" descr="63e9004a-0c4f-40db-8b3c-1687942c12c2"/>
              <p:cNvSpPr/>
              <p:nvPr/>
            </p:nvSpPr>
            <p:spPr>
              <a:xfrm flipH="1">
                <a:off x="6026873" y="1931699"/>
                <a:ext cx="472502" cy="47266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200" b="1" i="0" u="none">
                    <a:solidFill>
                      <a:srgbClr val="46A9FA"/>
                    </a:solidFill>
                    <a:latin typeface="Arial" panose="020B0604020202020204"/>
                  </a:rPr>
                  <a:t>3</a:t>
                </a:r>
                <a:endParaRPr lang="en-US" sz="1200" b="1" i="0" u="none">
                  <a:solidFill>
                    <a:srgbClr val="46A9FA"/>
                  </a:solidFill>
                  <a:latin typeface="Arial" panose="020B0604020202020204"/>
                </a:endParaRPr>
              </a:p>
            </p:txBody>
          </p:sp>
          <p:sp>
            <p:nvSpPr>
              <p:cNvPr id="26" name="Bullet3" descr="8fae35eb-a93d-47dd-b7ad-d439c558a1e8"/>
              <p:cNvSpPr txBox="1"/>
              <p:nvPr/>
            </p:nvSpPr>
            <p:spPr>
              <a:xfrm>
                <a:off x="6524775" y="1931699"/>
                <a:ext cx="4511435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图卷积网络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Text3" descr="71ea2e23-c520-43dc-8a72-4d1e55c7f663"/>
              <p:cNvSpPr txBox="1"/>
              <p:nvPr/>
            </p:nvSpPr>
            <p:spPr>
              <a:xfrm>
                <a:off x="6524775" y="2404361"/>
                <a:ext cx="4511435" cy="13497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利用图卷积网络学习节点嵌入，挖掘潜在关联。</a:t>
                </a:r>
                <a:endParaRPr lang="en-US" sz="1200" b="0" i="0" u="none" strike="noStrik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" name="组合 47" descr="01e10f50-58aa-4395-a068-9df533300019"/>
            <p:cNvGrpSpPr/>
            <p:nvPr/>
          </p:nvGrpSpPr>
          <p:grpSpPr>
            <a:xfrm>
              <a:off x="6026873" y="4204072"/>
              <a:ext cx="5009337" cy="1822378"/>
              <a:chOff x="6026873" y="4204072"/>
              <a:chExt cx="5009337" cy="1822378"/>
            </a:xfrm>
          </p:grpSpPr>
          <p:sp>
            <p:nvSpPr>
              <p:cNvPr id="22" name="Number4" descr="0e5f18de-97d6-45c9-b7f2-78c054294687"/>
              <p:cNvSpPr/>
              <p:nvPr/>
            </p:nvSpPr>
            <p:spPr>
              <a:xfrm flipH="1">
                <a:off x="6026873" y="4204072"/>
                <a:ext cx="472502" cy="472662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>
                    <a:alpha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 anchorCtr="0">
                <a:normAutofit/>
              </a:bodyPr>
              <a:lstStyle/>
              <a:p>
                <a:pPr algn="ctr"/>
                <a:r>
                  <a:rPr lang="en-US" sz="1200" b="1" i="0" u="none">
                    <a:solidFill>
                      <a:srgbClr val="46A9FA"/>
                    </a:solidFill>
                    <a:latin typeface="Arial" panose="020B0604020202020204"/>
                  </a:rPr>
                  <a:t>4</a:t>
                </a:r>
                <a:endParaRPr lang="en-US" sz="1200" b="1" i="0" u="none">
                  <a:solidFill>
                    <a:srgbClr val="46A9FA"/>
                  </a:solidFill>
                  <a:latin typeface="Arial" panose="020B0604020202020204"/>
                </a:endParaRPr>
              </a:p>
            </p:txBody>
          </p:sp>
          <p:sp>
            <p:nvSpPr>
              <p:cNvPr id="23" name="Bullet4" descr="0d2adb91-7967-441b-a323-add16a9590db"/>
              <p:cNvSpPr txBox="1"/>
              <p:nvPr/>
            </p:nvSpPr>
            <p:spPr>
              <a:xfrm>
                <a:off x="6524775" y="4204072"/>
                <a:ext cx="4511435" cy="472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b="1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匹配度计算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Text4" descr="2b96dca2-c746-4ee7-8e59-115530774052"/>
              <p:cNvSpPr txBox="1"/>
              <p:nvPr/>
            </p:nvSpPr>
            <p:spPr>
              <a:xfrm>
                <a:off x="6524775" y="4676734"/>
                <a:ext cx="4511435" cy="13497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基于嵌入向量计算匹配度，实现精准协作匹配。</a:t>
                </a:r>
                <a:endParaRPr lang="en-US" sz="1200" b="0" i="0" u="none" strike="noStrik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" name="标题 1" descr="64abdbec-cd99-4bd8-a1fb-8f1042f7d3c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pitchFamily="34" charset="-122"/>
              </a:rPr>
              <a:t>开源协作网络精准匹配</a:t>
            </a:r>
            <a:endParaRPr lang="en-US" sz="2800" b="1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7caa27c8-29dd-4044-b15c-b933845407f8.source.4.zh-Hans.pptx" descr="a6f28f2f-77e2-42ea-8489-970433f27090"/>
          <p:cNvGrpSpPr/>
          <p:nvPr/>
        </p:nvGrpSpPr>
        <p:grpSpPr>
          <a:xfrm>
            <a:off x="673100" y="1130300"/>
            <a:ext cx="10845800" cy="4758436"/>
            <a:chOff x="673100" y="1130300"/>
            <a:chExt cx="10845800" cy="4758436"/>
          </a:xfrm>
        </p:grpSpPr>
        <p:sp>
          <p:nvSpPr>
            <p:cNvPr id="46" name="Title" descr="d9f33b27-acf9-4cba-8696-9a47eec4c4b6"/>
            <p:cNvSpPr txBox="1"/>
            <p:nvPr/>
          </p:nvSpPr>
          <p:spPr>
            <a:xfrm>
              <a:off x="673100" y="1130300"/>
              <a:ext cx="10845800" cy="846456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pitchFamily="34" charset="-122"/>
                </a:rPr>
                <a:t>为开发者规划贡献路径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pitchFamily="34" charset="-122"/>
              </a:endParaRPr>
            </a:p>
          </p:txBody>
        </p:sp>
        <p:grpSp>
          <p:nvGrpSpPr>
            <p:cNvPr id="69" name="组合 68" descr="fe618806-8719-4c60-b1c7-2fd3b0972614"/>
            <p:cNvGrpSpPr/>
            <p:nvPr/>
          </p:nvGrpSpPr>
          <p:grpSpPr>
            <a:xfrm>
              <a:off x="673100" y="2247339"/>
              <a:ext cx="6125004" cy="2126844"/>
              <a:chOff x="673100" y="2247339"/>
              <a:chExt cx="6125004" cy="2126844"/>
            </a:xfrm>
          </p:grpSpPr>
          <p:sp>
            <p:nvSpPr>
              <p:cNvPr id="42" name="ComponentBackground1" descr="516c14a6-a3f2-487d-992f-fadaa7d1adfa"/>
              <p:cNvSpPr/>
              <p:nvPr/>
            </p:nvSpPr>
            <p:spPr>
              <a:xfrm rot="18900000">
                <a:off x="5400327" y="2317646"/>
                <a:ext cx="1397777" cy="1397776"/>
              </a:xfrm>
              <a:prstGeom prst="roundRect">
                <a:avLst>
                  <a:gd name="adj" fmla="val 8429"/>
                </a:avLst>
              </a:prstGeom>
              <a:solidFill>
                <a:schemeClr val="accent3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45" name="Number1" descr="f3085b19-dfc2-4965-998c-5b00d4a5300c"/>
              <p:cNvSpPr/>
              <p:nvPr/>
            </p:nvSpPr>
            <p:spPr>
              <a:xfrm>
                <a:off x="4721070" y="3762228"/>
                <a:ext cx="611955" cy="611955"/>
              </a:xfrm>
              <a:prstGeom prst="ellipse">
                <a:avLst/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 panose="020B0604020202020204"/>
                  </a:rPr>
                  <a:t>1</a:t>
                </a:r>
                <a:endParaRPr lang="en-US" sz="20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48" name="Text1" descr="903efe68-5fa7-48f2-8230-22956592eeff"/>
              <p:cNvSpPr/>
              <p:nvPr/>
            </p:nvSpPr>
            <p:spPr bwMode="auto">
              <a:xfrm>
                <a:off x="673100" y="2804737"/>
                <a:ext cx="2921962" cy="10202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基于OpenRank的三维路径规划模型，多维度规划路径。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49" name="Bullet1" descr="47a63a96-ed3a-42f0-a212-5fad951a80e9"/>
              <p:cNvSpPr txBox="1"/>
              <p:nvPr/>
            </p:nvSpPr>
            <p:spPr bwMode="auto">
              <a:xfrm>
                <a:off x="673100" y="2247339"/>
                <a:ext cx="2921962" cy="5573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三维路径规划模型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0" name="组合 69" descr="479e4b28-1e25-4668-993b-5cd3253b7f2b"/>
            <p:cNvGrpSpPr/>
            <p:nvPr/>
          </p:nvGrpSpPr>
          <p:grpSpPr>
            <a:xfrm>
              <a:off x="5793238" y="2247339"/>
              <a:ext cx="5725662" cy="2519756"/>
              <a:chOff x="5793238" y="2247339"/>
              <a:chExt cx="5725662" cy="2519756"/>
            </a:xfrm>
          </p:grpSpPr>
          <p:sp>
            <p:nvSpPr>
              <p:cNvPr id="43" name="Number2" descr="f7ff2397-a1ab-42fc-9a44-47b67fe867a9"/>
              <p:cNvSpPr/>
              <p:nvPr/>
            </p:nvSpPr>
            <p:spPr>
              <a:xfrm>
                <a:off x="5793238" y="2710557"/>
                <a:ext cx="611955" cy="611955"/>
              </a:xfrm>
              <a:prstGeom prst="ellipse">
                <a:avLst/>
              </a:prstGeom>
              <a:solidFill>
                <a:schemeClr val="accent3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3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 panose="020B0604020202020204"/>
                  </a:rPr>
                  <a:t>2</a:t>
                </a:r>
                <a:endParaRPr lang="en-US" sz="20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40" name="ComponentBackground2" descr="5b0e16e1-3b12-49ba-a6d7-629f68052c0b"/>
              <p:cNvSpPr/>
              <p:nvPr/>
            </p:nvSpPr>
            <p:spPr>
              <a:xfrm rot="18900000">
                <a:off x="6466064" y="3369319"/>
                <a:ext cx="1397777" cy="1397776"/>
              </a:xfrm>
              <a:prstGeom prst="roundRect">
                <a:avLst>
                  <a:gd name="adj" fmla="val 8400"/>
                </a:avLst>
              </a:prstGeom>
              <a:solidFill>
                <a:schemeClr val="accent4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52" name="Text2" descr="ff3129b7-59f8-4782-b26a-1bbafecde5b6"/>
              <p:cNvSpPr/>
              <p:nvPr/>
            </p:nvSpPr>
            <p:spPr bwMode="auto">
              <a:xfrm>
                <a:off x="8596938" y="2804737"/>
                <a:ext cx="2921962" cy="10202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自动提取技能标签，明确开发者技能方向。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Bullet2" descr="930e2784-6168-443e-a4e9-c46d2fe2a327"/>
              <p:cNvSpPr txBox="1"/>
              <p:nvPr/>
            </p:nvSpPr>
            <p:spPr bwMode="auto">
              <a:xfrm>
                <a:off x="8596938" y="2247339"/>
                <a:ext cx="2921962" cy="5573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技能维度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1" name="组合 70" descr="39f4ab5d-dcdb-412c-b1f7-a167d460fcbe"/>
            <p:cNvGrpSpPr/>
            <p:nvPr/>
          </p:nvGrpSpPr>
          <p:grpSpPr>
            <a:xfrm>
              <a:off x="5400328" y="3762230"/>
              <a:ext cx="6118572" cy="2126506"/>
              <a:chOff x="5400328" y="3762230"/>
              <a:chExt cx="6118572" cy="2126506"/>
            </a:xfrm>
          </p:grpSpPr>
          <p:sp>
            <p:nvSpPr>
              <p:cNvPr id="41" name="Number3" descr="2142d586-3d7a-4c0a-af93-dfc9fde0c3d0"/>
              <p:cNvSpPr/>
              <p:nvPr/>
            </p:nvSpPr>
            <p:spPr>
              <a:xfrm>
                <a:off x="6858975" y="3762230"/>
                <a:ext cx="611955" cy="611955"/>
              </a:xfrm>
              <a:prstGeom prst="ellipse">
                <a:avLst/>
              </a:prstGeom>
              <a:solidFill>
                <a:schemeClr val="accent4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4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 panose="020B0604020202020204"/>
                  </a:rPr>
                  <a:t>3</a:t>
                </a:r>
                <a:endParaRPr lang="en-US" sz="20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38" name="ComponentBackground3" descr="e08e2520-1c3b-4336-bd32-5c23ef41882c"/>
              <p:cNvSpPr/>
              <p:nvPr/>
            </p:nvSpPr>
            <p:spPr>
              <a:xfrm rot="18900000">
                <a:off x="5400328" y="4420988"/>
                <a:ext cx="1397777" cy="1397776"/>
              </a:xfrm>
              <a:prstGeom prst="roundRect">
                <a:avLst>
                  <a:gd name="adj" fmla="val 8400"/>
                </a:avLst>
              </a:pr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54" name="Text3" descr="70229d90-2f44-4c40-9aa1-92c209f44b4a"/>
              <p:cNvSpPr/>
              <p:nvPr/>
            </p:nvSpPr>
            <p:spPr bwMode="auto">
              <a:xfrm>
                <a:off x="8596938" y="4868455"/>
                <a:ext cx="2921962" cy="10202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智能匹配项目任务，让开发者快速融入项目。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Bullet3" descr="af41ad4e-9879-4da8-8566-2368331d1f97"/>
              <p:cNvSpPr txBox="1"/>
              <p:nvPr/>
            </p:nvSpPr>
            <p:spPr bwMode="auto">
              <a:xfrm>
                <a:off x="8596938" y="4311057"/>
                <a:ext cx="2921962" cy="5573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任务维度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2" name="组合 71" descr="40db5a2c-f407-460d-a261-0a8cbdc80576"/>
            <p:cNvGrpSpPr/>
            <p:nvPr/>
          </p:nvGrpSpPr>
          <p:grpSpPr>
            <a:xfrm>
              <a:off x="673100" y="3369318"/>
              <a:ext cx="5732094" cy="2519418"/>
              <a:chOff x="673100" y="3369318"/>
              <a:chExt cx="5732094" cy="2519418"/>
            </a:xfrm>
          </p:grpSpPr>
          <p:sp>
            <p:nvSpPr>
              <p:cNvPr id="44" name="ComponentBackground4" descr="5d74cea3-9787-4e69-83f8-c78d295628b9"/>
              <p:cNvSpPr/>
              <p:nvPr/>
            </p:nvSpPr>
            <p:spPr>
              <a:xfrm rot="18900000">
                <a:off x="4328159" y="3369318"/>
                <a:ext cx="1397777" cy="1397776"/>
              </a:xfrm>
              <a:prstGeom prst="roundRect">
                <a:avLst>
                  <a:gd name="adj" fmla="val 8400"/>
                </a:avLst>
              </a:pr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39" name="Number4" descr="d2c16a02-be81-4f60-b9be-6638ce2f8aef"/>
              <p:cNvSpPr/>
              <p:nvPr/>
            </p:nvSpPr>
            <p:spPr>
              <a:xfrm>
                <a:off x="5793239" y="4813899"/>
                <a:ext cx="611955" cy="611955"/>
              </a:xfrm>
              <a:prstGeom prst="ellipse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sz="2000" b="1" i="0" u="none">
                    <a:solidFill>
                      <a:srgbClr val="FFFFFF"/>
                    </a:solidFill>
                    <a:latin typeface="Arial" panose="020B0604020202020204"/>
                  </a:rPr>
                  <a:t>4</a:t>
                </a:r>
                <a:endParaRPr lang="en-US" sz="20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50" name="Text4" descr="6a1116e4-3ecd-4422-859c-6e7322e0fb30"/>
              <p:cNvSpPr/>
              <p:nvPr/>
            </p:nvSpPr>
            <p:spPr bwMode="auto">
              <a:xfrm>
                <a:off x="673100" y="4868455"/>
                <a:ext cx="2921962" cy="10202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个性化成长路径推荐，助力开发者持续进步。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Bullet4" descr="8262b689-bfb2-4a6b-a708-deab77d16f88"/>
              <p:cNvSpPr txBox="1"/>
              <p:nvPr/>
            </p:nvSpPr>
            <p:spPr bwMode="auto">
              <a:xfrm>
                <a:off x="673100" y="4311057"/>
                <a:ext cx="2921962" cy="5573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成长维度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" name="标题 1" descr="64abdbec-cd99-4bd8-a1fb-8f1042f7d3c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pitchFamily="34" charset="-122"/>
              </a:rPr>
              <a:t>开发者贡献路径智能规划</a:t>
            </a:r>
            <a:endParaRPr lang="en-US" sz="2800" b="1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ac1f95ea-ce1b-494b-8351-394ba9c9ed5c.source.4.zh-Hans.pptx" descr="d35d858e-fb37-482e-8b1f-1f6dae95523c"/>
          <p:cNvGrpSpPr/>
          <p:nvPr/>
        </p:nvGrpSpPr>
        <p:grpSpPr>
          <a:xfrm>
            <a:off x="673100" y="1130300"/>
            <a:ext cx="10845800" cy="4393533"/>
            <a:chOff x="673100" y="1130300"/>
            <a:chExt cx="10845800" cy="4393533"/>
          </a:xfrm>
        </p:grpSpPr>
        <p:sp>
          <p:nvSpPr>
            <p:cNvPr id="25" name="Title" descr="0ba1d383-5c06-41cf-9092-217037d472c7"/>
            <p:cNvSpPr/>
            <p:nvPr/>
          </p:nvSpPr>
          <p:spPr>
            <a:xfrm>
              <a:off x="673100" y="1130300"/>
              <a:ext cx="10845800" cy="1210750"/>
            </a:xfrm>
            <a:prstGeom prst="rect">
              <a:avLst/>
            </a:prstGeom>
          </p:spPr>
          <p:txBody>
            <a:bodyPr wrap="square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pitchFamily="34" charset="-122"/>
                </a:rPr>
                <a:t>实现数据可视与问答联动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pitchFamily="34" charset="-122"/>
              </a:endParaRPr>
            </a:p>
          </p:txBody>
        </p:sp>
        <p:grpSp>
          <p:nvGrpSpPr>
            <p:cNvPr id="12" name="组合 11" descr="612d9fdf-f8f4-458c-a6d0-54e4dfcca608"/>
            <p:cNvGrpSpPr/>
            <p:nvPr/>
          </p:nvGrpSpPr>
          <p:grpSpPr>
            <a:xfrm>
              <a:off x="1528198" y="2643900"/>
              <a:ext cx="1889719" cy="2879933"/>
              <a:chOff x="1528198" y="2643900"/>
              <a:chExt cx="1889719" cy="2879933"/>
            </a:xfrm>
          </p:grpSpPr>
          <p:sp>
            <p:nvSpPr>
              <p:cNvPr id="19" name="ComponentBackground1" descr="25676cb1-f360-4dda-810d-3814bb315729"/>
              <p:cNvSpPr/>
              <p:nvPr/>
            </p:nvSpPr>
            <p:spPr>
              <a:xfrm>
                <a:off x="1528198" y="2643900"/>
                <a:ext cx="1889719" cy="2577083"/>
              </a:xfrm>
              <a:prstGeom prst="roundRect">
                <a:avLst>
                  <a:gd name="adj" fmla="val 4000"/>
                </a:avLst>
              </a:prstGeom>
              <a:noFill/>
              <a:ln w="12700" cap="rnd">
                <a:solidFill>
                  <a:schemeClr val="tx2">
                    <a:alpha val="50000"/>
                  </a:schemeClr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3" name="Text1" descr="537a442f-3278-4e93-834e-d4d394f42844"/>
              <p:cNvSpPr/>
              <p:nvPr/>
            </p:nvSpPr>
            <p:spPr>
              <a:xfrm>
                <a:off x="1546647" y="3302729"/>
                <a:ext cx="1852822" cy="1635031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支持自然语言提问，降低用户操作门槛。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Bullet1" descr="599ffb95-d929-48f0-8d1d-c06afa9120b0"/>
              <p:cNvSpPr txBox="1"/>
              <p:nvPr/>
            </p:nvSpPr>
            <p:spPr>
              <a:xfrm>
                <a:off x="1546647" y="2774012"/>
                <a:ext cx="1852822" cy="4395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 fontScale="85000" lnSpcReduction="10000"/>
              </a:bodyPr>
              <a:lstStyle/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 strike="noStrik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自然语言交互</a:t>
                </a:r>
                <a:endParaRPr lang="en-US" sz="1800" b="1" i="0" u="none" strike="noStrik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Number1" descr="598ce80e-e576-42bf-97ab-0401cb9e358e"/>
              <p:cNvSpPr/>
              <p:nvPr/>
            </p:nvSpPr>
            <p:spPr>
              <a:xfrm>
                <a:off x="2174754" y="4927227"/>
                <a:ext cx="596606" cy="596606"/>
              </a:xfrm>
              <a:prstGeom prst="ellipse">
                <a:avLst/>
              </a:prstGeom>
              <a:solidFill>
                <a:schemeClr val="tx2">
                  <a:alpha val="15000"/>
                </a:schemeClr>
              </a:solidFill>
              <a:ln w="190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sz="1600" b="1" i="0" u="none">
                    <a:solidFill>
                      <a:srgbClr val="2F2F2F"/>
                    </a:solidFill>
                    <a:latin typeface="Arial" panose="020B0604020202020204"/>
                  </a:rPr>
                  <a:t>01</a:t>
                </a:r>
                <a:endParaRPr lang="en-US" sz="1600" b="1" i="0" u="none">
                  <a:solidFill>
                    <a:srgbClr val="2F2F2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15" name="组合 14" descr="ca6f5f7b-9fb0-489b-ad34-0bc741951cf3"/>
            <p:cNvGrpSpPr/>
            <p:nvPr/>
          </p:nvGrpSpPr>
          <p:grpSpPr>
            <a:xfrm>
              <a:off x="3949643" y="2649311"/>
              <a:ext cx="1889719" cy="2869110"/>
              <a:chOff x="3949643" y="2649311"/>
              <a:chExt cx="1889719" cy="2869110"/>
            </a:xfrm>
          </p:grpSpPr>
          <p:sp>
            <p:nvSpPr>
              <p:cNvPr id="22" name="ComponentBackground2" descr="9d1a4ff5-4c0d-423a-ab86-bf318316d59a"/>
              <p:cNvSpPr/>
              <p:nvPr/>
            </p:nvSpPr>
            <p:spPr>
              <a:xfrm>
                <a:off x="3949643" y="2649311"/>
                <a:ext cx="1889719" cy="2577083"/>
              </a:xfrm>
              <a:prstGeom prst="roundRect">
                <a:avLst>
                  <a:gd name="adj" fmla="val 4000"/>
                </a:avLst>
              </a:prstGeom>
              <a:noFill/>
              <a:ln w="12700" cap="rnd">
                <a:solidFill>
                  <a:schemeClr val="accent1">
                    <a:alpha val="50000"/>
                  </a:schemeClr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4" name="Text2" descr="694648d0-9971-4fea-b36e-1404e32312c1"/>
              <p:cNvSpPr/>
              <p:nvPr/>
            </p:nvSpPr>
            <p:spPr>
              <a:xfrm>
                <a:off x="3968092" y="3297317"/>
                <a:ext cx="1852822" cy="1635031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自动将自然语言转换为数据查询，提高查询效率。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Bullet2" descr="8a646e25-faef-4787-9a57-5b027b529c33"/>
              <p:cNvSpPr txBox="1"/>
              <p:nvPr/>
            </p:nvSpPr>
            <p:spPr>
              <a:xfrm>
                <a:off x="3968092" y="2768600"/>
                <a:ext cx="1852822" cy="4395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 fontScale="85000" lnSpcReduction="10000"/>
              </a:bodyPr>
              <a:lstStyle/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 strike="noStrik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语义映射</a:t>
                </a:r>
                <a:endParaRPr lang="en-US" sz="1800" b="1" i="0" u="none" strike="noStrik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Number2" descr="8cfd4fe3-d07b-40fb-8c27-061faae3127b"/>
              <p:cNvSpPr/>
              <p:nvPr/>
            </p:nvSpPr>
            <p:spPr>
              <a:xfrm>
                <a:off x="4596199" y="4921815"/>
                <a:ext cx="596606" cy="596606"/>
              </a:xfrm>
              <a:prstGeom prst="ellipse">
                <a:avLst/>
              </a:prstGeom>
              <a:solidFill>
                <a:schemeClr val="accent1"/>
              </a:solidFill>
              <a:ln w="190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sz="1600" b="1" i="0" u="none">
                    <a:solidFill>
                      <a:srgbClr val="FFFFFF"/>
                    </a:solidFill>
                    <a:latin typeface="Arial" panose="020B0604020202020204"/>
                  </a:rPr>
                  <a:t>02</a:t>
                </a:r>
                <a:endParaRPr lang="en-US" sz="16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18" name="组合 17" descr="b68248da-d1c1-4165-ac92-d8d64da4a399"/>
            <p:cNvGrpSpPr/>
            <p:nvPr/>
          </p:nvGrpSpPr>
          <p:grpSpPr>
            <a:xfrm>
              <a:off x="6371088" y="2649311"/>
              <a:ext cx="1889719" cy="2869110"/>
              <a:chOff x="6371088" y="2649311"/>
              <a:chExt cx="1889719" cy="2869110"/>
            </a:xfrm>
          </p:grpSpPr>
          <p:sp>
            <p:nvSpPr>
              <p:cNvPr id="21" name="ComponentBackground3" descr="7a95aa58-723a-425a-ba18-a865339dfb48"/>
              <p:cNvSpPr/>
              <p:nvPr/>
            </p:nvSpPr>
            <p:spPr>
              <a:xfrm>
                <a:off x="6371088" y="2649311"/>
                <a:ext cx="1889719" cy="2577083"/>
              </a:xfrm>
              <a:prstGeom prst="roundRect">
                <a:avLst>
                  <a:gd name="adj" fmla="val 4000"/>
                </a:avLst>
              </a:prstGeom>
              <a:noFill/>
              <a:ln w="12700" cap="rnd">
                <a:solidFill>
                  <a:schemeClr val="tx2">
                    <a:alpha val="50000"/>
                  </a:schemeClr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7" name="Text3" descr="ce77afde-5db9-4b73-a382-f73bd241fa87"/>
              <p:cNvSpPr/>
              <p:nvPr/>
            </p:nvSpPr>
            <p:spPr>
              <a:xfrm>
                <a:off x="6389537" y="3297317"/>
                <a:ext cx="1852822" cy="1635031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问答结果与可视化图表自动关联，直观展示数据。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Bullet3" descr="33cbaffb-2eda-4a75-917f-08101bfc90b3"/>
              <p:cNvSpPr txBox="1"/>
              <p:nvPr/>
            </p:nvSpPr>
            <p:spPr>
              <a:xfrm>
                <a:off x="6389537" y="2768600"/>
                <a:ext cx="1852822" cy="4395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 fontScale="85000" lnSpcReduction="10000"/>
              </a:bodyPr>
              <a:lstStyle/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 strike="noStrik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问答关联</a:t>
                </a:r>
                <a:endParaRPr lang="en-US" sz="1800" b="1" i="0" u="none" strike="noStrik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Number3" descr="fc1f62f8-2767-44c1-8703-6e74288a998f"/>
              <p:cNvSpPr/>
              <p:nvPr/>
            </p:nvSpPr>
            <p:spPr>
              <a:xfrm>
                <a:off x="7017644" y="4921815"/>
                <a:ext cx="596606" cy="596606"/>
              </a:xfrm>
              <a:prstGeom prst="ellipse">
                <a:avLst/>
              </a:prstGeom>
              <a:solidFill>
                <a:schemeClr val="tx2">
                  <a:alpha val="15000"/>
                </a:schemeClr>
              </a:solidFill>
              <a:ln w="190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sz="1600" b="1" i="0" u="none">
                    <a:solidFill>
                      <a:srgbClr val="2F2F2F"/>
                    </a:solidFill>
                    <a:latin typeface="Arial" panose="020B0604020202020204"/>
                  </a:rPr>
                  <a:t>03</a:t>
                </a:r>
                <a:endParaRPr lang="en-US" sz="1600" b="1" i="0" u="none">
                  <a:solidFill>
                    <a:srgbClr val="2F2F2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23" name="组合 22" descr="a0a6a1a0-b879-427f-89a5-483cbbf9ade2"/>
            <p:cNvGrpSpPr/>
            <p:nvPr/>
          </p:nvGrpSpPr>
          <p:grpSpPr>
            <a:xfrm>
              <a:off x="8792532" y="2649311"/>
              <a:ext cx="1889719" cy="2869110"/>
              <a:chOff x="8792532" y="2649311"/>
              <a:chExt cx="1889719" cy="2869110"/>
            </a:xfrm>
          </p:grpSpPr>
          <p:sp>
            <p:nvSpPr>
              <p:cNvPr id="20" name="ComponentBackground4" descr="8fc56491-c87c-4205-bc2a-2593abc2e0d3"/>
              <p:cNvSpPr/>
              <p:nvPr/>
            </p:nvSpPr>
            <p:spPr>
              <a:xfrm>
                <a:off x="8792532" y="2649311"/>
                <a:ext cx="1889719" cy="2577083"/>
              </a:xfrm>
              <a:prstGeom prst="roundRect">
                <a:avLst>
                  <a:gd name="adj" fmla="val 4000"/>
                </a:avLst>
              </a:prstGeom>
              <a:noFill/>
              <a:ln w="12700" cap="rnd">
                <a:solidFill>
                  <a:schemeClr val="tx2">
                    <a:alpha val="50000"/>
                  </a:schemeClr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30" name="Text4" descr="f29e989f-256e-474d-a959-6e8ab05f66ed"/>
              <p:cNvSpPr/>
              <p:nvPr/>
            </p:nvSpPr>
            <p:spPr>
              <a:xfrm>
                <a:off x="8810981" y="3297317"/>
                <a:ext cx="1852822" cy="1635031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rPr>
                  <a:t>利用RAG技术驱动知识库问答，提供准确答案。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Bullet4" descr="1d1a6982-15e8-4b3f-8d5f-697337fb2941"/>
              <p:cNvSpPr txBox="1"/>
              <p:nvPr/>
            </p:nvSpPr>
            <p:spPr>
              <a:xfrm>
                <a:off x="8810981" y="2768600"/>
                <a:ext cx="1852822" cy="4395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1">
                <a:normAutofit fontScale="85000" lnSpcReduction="10000"/>
              </a:bodyPr>
              <a:lstStyle/>
              <a:p>
                <a:pPr algn="ctr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0" u="none" strike="noStrike">
                    <a:solidFill>
                      <a:srgbClr val="2F2F2F"/>
                    </a:solidFill>
                    <a:latin typeface="Arial" panose="020B0604020202020204"/>
                  </a:rPr>
                  <a:t>RAG技术</a:t>
                </a:r>
                <a:endParaRPr lang="en-US" sz="1800" b="1" i="0" u="none" strike="noStrike">
                  <a:solidFill>
                    <a:srgbClr val="2F2F2F"/>
                  </a:solidFill>
                  <a:latin typeface="Arial" panose="020B0604020202020204"/>
                </a:endParaRPr>
              </a:p>
            </p:txBody>
          </p:sp>
          <p:sp>
            <p:nvSpPr>
              <p:cNvPr id="32" name="Number4" descr="675e019d-c3cf-4b32-ace1-a4b143f028ff"/>
              <p:cNvSpPr/>
              <p:nvPr/>
            </p:nvSpPr>
            <p:spPr>
              <a:xfrm>
                <a:off x="9439088" y="4921815"/>
                <a:ext cx="596606" cy="596606"/>
              </a:xfrm>
              <a:prstGeom prst="ellipse">
                <a:avLst/>
              </a:prstGeom>
              <a:solidFill>
                <a:schemeClr val="tx2">
                  <a:alpha val="15000"/>
                </a:schemeClr>
              </a:solidFill>
              <a:ln w="190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  <a:r>
                  <a:rPr lang="en-US" sz="1600" b="1" i="0" u="none">
                    <a:solidFill>
                      <a:srgbClr val="2F2F2F"/>
                    </a:solidFill>
                    <a:latin typeface="Arial" panose="020B0604020202020204"/>
                  </a:rPr>
                  <a:t>04</a:t>
                </a:r>
                <a:endParaRPr lang="en-US" sz="1600" b="1" i="0" u="none">
                  <a:solidFill>
                    <a:srgbClr val="2F2F2F"/>
                  </a:solidFill>
                  <a:latin typeface="Arial" panose="020B0604020202020204"/>
                </a:endParaRPr>
              </a:p>
            </p:txBody>
          </p:sp>
        </p:grpSp>
      </p:grpSp>
      <p:sp>
        <p:nvSpPr>
          <p:cNvPr id="2" name="标题 1" descr="64abdbec-cd99-4bd8-a1fb-8f1042f7d3c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pitchFamily="34" charset="-122"/>
              </a:rPr>
              <a:t>时序数据可视化与智能问答联动</a:t>
            </a:r>
            <a:endParaRPr lang="en-US" sz="2800" b="1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06d3941e-8a11-47b2-bbba-67b81cb5b5e8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3200" b="1" i="0" u="none">
                <a:solidFill>
                  <a:srgbClr val="2F2F2F"/>
                </a:solidFill>
                <a:ea typeface="微软雅黑" panose="020B0503020204020204" pitchFamily="34" charset="-122"/>
              </a:rPr>
              <a:t>应用效果</a:t>
            </a:r>
            <a:endParaRPr lang="zh-CN" altLang="en-US" sz="3200" b="1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  <p:sp>
        <p:nvSpPr>
          <p:cNvPr id="25" name="文本占位符 24" descr="14e00bc8-4ee5-4c75-90b7-6ba85f1a152a"/>
          <p:cNvSpPr>
            <a:spLocks noGrp="1"/>
          </p:cNvSpPr>
          <p:nvPr>
            <p:ph type="body" sz="quarter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zh-CN" altLang="en-US" sz="2000" b="0" i="0" u="none">
                <a:solidFill>
                  <a:srgbClr val="2F2F2F"/>
                </a:solidFill>
                <a:ea typeface="微软雅黑" panose="020B0503020204020204" pitchFamily="34" charset="-122"/>
              </a:rPr>
              <a:t>展示应用的整体使用效果</a:t>
            </a:r>
            <a:endParaRPr lang="zh-CN" altLang="en-US" sz="2000" b="0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 descr="64abdbec-cd99-4bd8-a1fb-8f1042f7d3c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>
                <a:solidFill>
                  <a:srgbClr val="2F2F2F"/>
                </a:solidFill>
                <a:ea typeface="微软雅黑" panose="020B0503020204020204" pitchFamily="34" charset="-122"/>
              </a:rPr>
              <a:t>功能截图</a:t>
            </a:r>
            <a:endParaRPr lang="zh-CN" altLang="en-US" sz="2800" b="1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690" y="1547495"/>
            <a:ext cx="8852535" cy="41960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 descr="64abdbec-cd99-4bd8-a1fb-8f1042f7d3c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>
                <a:solidFill>
                  <a:srgbClr val="2F2F2F"/>
                </a:solidFill>
                <a:ea typeface="微软雅黑" panose="020B0503020204020204" pitchFamily="34" charset="-122"/>
              </a:rPr>
              <a:t>功能截图</a:t>
            </a:r>
            <a:endParaRPr lang="zh-CN" altLang="en-US" sz="2800" b="1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2155" y="1399540"/>
            <a:ext cx="8048625" cy="49517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 descr="64abdbec-cd99-4bd8-a1fb-8f1042f7d3c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>
                <a:solidFill>
                  <a:srgbClr val="2F2F2F"/>
                </a:solidFill>
                <a:ea typeface="微软雅黑" panose="020B0503020204020204" pitchFamily="34" charset="-122"/>
              </a:rPr>
              <a:t>功能截图</a:t>
            </a:r>
            <a:endParaRPr lang="zh-CN" altLang="en-US" sz="2800" b="1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0050" y="1679575"/>
            <a:ext cx="9188450" cy="451548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06d3941e-8a11-47b2-bbba-67b81cb5b5e8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3200" b="1" i="0" u="none">
                <a:solidFill>
                  <a:srgbClr val="2F2F2F"/>
                </a:solidFill>
                <a:ea typeface="微软雅黑" panose="020B0503020204020204" pitchFamily="34" charset="-122"/>
              </a:rPr>
              <a:t>落地场景</a:t>
            </a:r>
            <a:endParaRPr lang="en-US" sz="3200" b="1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  <p:sp>
        <p:nvSpPr>
          <p:cNvPr id="25" name="文本占位符 24" descr="14e00bc8-4ee5-4c75-90b7-6ba85f1a152a"/>
          <p:cNvSpPr>
            <a:spLocks noGrp="1"/>
          </p:cNvSpPr>
          <p:nvPr>
            <p:ph type="body" sz="quarter" idx="1" hasCustomPrompt="1"/>
          </p:nvPr>
        </p:nvSpPr>
        <p:spPr/>
        <p:txBody>
          <a:bodyPr anchorCtr="0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zh-CN" altLang="en-US" sz="2000" b="0" i="0" u="none">
                <a:solidFill>
                  <a:srgbClr val="2F2F2F"/>
                </a:solidFill>
                <a:ea typeface="微软雅黑" panose="020B0503020204020204" pitchFamily="34" charset="-122"/>
              </a:rPr>
              <a:t>应用未来适配的应用场景</a:t>
            </a:r>
            <a:endParaRPr lang="zh-CN" altLang="en-US" sz="2000" b="0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1" name="ae934389-c281-484d-972d-0a6f99ab1e16.source.3.zh-Hans.pptx" descr="fd599419-1c04-4fe6-a2fc-5d26c9dd14ad"/>
          <p:cNvGrpSpPr/>
          <p:nvPr>
            <p:custDataLst>
              <p:tags r:id="rId1"/>
            </p:custDataLst>
          </p:nvPr>
        </p:nvGrpSpPr>
        <p:grpSpPr>
          <a:xfrm>
            <a:off x="660400" y="1130300"/>
            <a:ext cx="10009414" cy="5105400"/>
            <a:chOff x="660400" y="1130300"/>
            <a:chExt cx="10009414" cy="5105400"/>
          </a:xfrm>
        </p:grpSpPr>
        <p:sp>
          <p:nvSpPr>
            <p:cNvPr id="3" name="Freeform 3" descr="b7f8983f-283a-493c-bd37-1473c2305e57"/>
            <p:cNvSpPr/>
            <p:nvPr>
              <p:custDataLst>
                <p:tags r:id="rId2"/>
              </p:custDataLst>
            </p:nvPr>
          </p:nvSpPr>
          <p:spPr bwMode="auto">
            <a:xfrm>
              <a:off x="1458057" y="1615611"/>
              <a:ext cx="9211757" cy="4147153"/>
            </a:xfrm>
            <a:custGeom>
              <a:avLst/>
              <a:gdLst>
                <a:gd name="T0" fmla="*/ 15472 w 16326"/>
                <a:gd name="T1" fmla="*/ 1370 h 7349"/>
                <a:gd name="T2" fmla="*/ 14687 w 16326"/>
                <a:gd name="T3" fmla="*/ 2460 h 7349"/>
                <a:gd name="T4" fmla="*/ 13791 w 16326"/>
                <a:gd name="T5" fmla="*/ 3442 h 7349"/>
                <a:gd name="T6" fmla="*/ 12787 w 16326"/>
                <a:gd name="T7" fmla="*/ 4315 h 7349"/>
                <a:gd name="T8" fmla="*/ 11678 w 16326"/>
                <a:gd name="T9" fmla="*/ 5074 h 7349"/>
                <a:gd name="T10" fmla="*/ 10687 w 16326"/>
                <a:gd name="T11" fmla="*/ 5615 h 7349"/>
                <a:gd name="T12" fmla="*/ 9629 w 16326"/>
                <a:gd name="T13" fmla="*/ 6078 h 7349"/>
                <a:gd name="T14" fmla="*/ 8507 w 16326"/>
                <a:gd name="T15" fmla="*/ 6461 h 7349"/>
                <a:gd name="T16" fmla="*/ 7323 w 16326"/>
                <a:gd name="T17" fmla="*/ 6764 h 7349"/>
                <a:gd name="T18" fmla="*/ 5745 w 16326"/>
                <a:gd name="T19" fmla="*/ 7032 h 7349"/>
                <a:gd name="T20" fmla="*/ 3859 w 16326"/>
                <a:gd name="T21" fmla="*/ 7172 h 7349"/>
                <a:gd name="T22" fmla="*/ 2296 w 16326"/>
                <a:gd name="T23" fmla="*/ 7156 h 7349"/>
                <a:gd name="T24" fmla="*/ 1184 w 16326"/>
                <a:gd name="T25" fmla="*/ 7069 h 7349"/>
                <a:gd name="T26" fmla="*/ 625 w 16326"/>
                <a:gd name="T27" fmla="*/ 6982 h 7349"/>
                <a:gd name="T28" fmla="*/ 594 w 16326"/>
                <a:gd name="T29" fmla="*/ 6886 h 7349"/>
                <a:gd name="T30" fmla="*/ 536 w 16326"/>
                <a:gd name="T31" fmla="*/ 6806 h 7349"/>
                <a:gd name="T32" fmla="*/ 456 w 16326"/>
                <a:gd name="T33" fmla="*/ 6748 h 7349"/>
                <a:gd name="T34" fmla="*/ 360 w 16326"/>
                <a:gd name="T35" fmla="*/ 6718 h 7349"/>
                <a:gd name="T36" fmla="*/ 251 w 16326"/>
                <a:gd name="T37" fmla="*/ 6721 h 7349"/>
                <a:gd name="T38" fmla="*/ 151 w 16326"/>
                <a:gd name="T39" fmla="*/ 6760 h 7349"/>
                <a:gd name="T40" fmla="*/ 71 w 16326"/>
                <a:gd name="T41" fmla="*/ 6830 h 7349"/>
                <a:gd name="T42" fmla="*/ 19 w 16326"/>
                <a:gd name="T43" fmla="*/ 6921 h 7349"/>
                <a:gd name="T44" fmla="*/ 0 w 16326"/>
                <a:gd name="T45" fmla="*/ 7030 h 7349"/>
                <a:gd name="T46" fmla="*/ 19 w 16326"/>
                <a:gd name="T47" fmla="*/ 7138 h 7349"/>
                <a:gd name="T48" fmla="*/ 71 w 16326"/>
                <a:gd name="T49" fmla="*/ 7231 h 7349"/>
                <a:gd name="T50" fmla="*/ 151 w 16326"/>
                <a:gd name="T51" fmla="*/ 7299 h 7349"/>
                <a:gd name="T52" fmla="*/ 251 w 16326"/>
                <a:gd name="T53" fmla="*/ 7338 h 7349"/>
                <a:gd name="T54" fmla="*/ 384 w 16326"/>
                <a:gd name="T55" fmla="*/ 7337 h 7349"/>
                <a:gd name="T56" fmla="*/ 520 w 16326"/>
                <a:gd name="T57" fmla="*/ 7267 h 7349"/>
                <a:gd name="T58" fmla="*/ 629 w 16326"/>
                <a:gd name="T59" fmla="*/ 7167 h 7349"/>
                <a:gd name="T60" fmla="*/ 1409 w 16326"/>
                <a:gd name="T61" fmla="*/ 7262 h 7349"/>
                <a:gd name="T62" fmla="*/ 2360 w 16326"/>
                <a:gd name="T63" fmla="*/ 7329 h 7349"/>
                <a:gd name="T64" fmla="*/ 3294 w 16326"/>
                <a:gd name="T65" fmla="*/ 7349 h 7349"/>
                <a:gd name="T66" fmla="*/ 4558 w 16326"/>
                <a:gd name="T67" fmla="*/ 7310 h 7349"/>
                <a:gd name="T68" fmla="*/ 5300 w 16326"/>
                <a:gd name="T69" fmla="*/ 7251 h 7349"/>
                <a:gd name="T70" fmla="*/ 6074 w 16326"/>
                <a:gd name="T71" fmla="*/ 7158 h 7349"/>
                <a:gd name="T72" fmla="*/ 7003 w 16326"/>
                <a:gd name="T73" fmla="*/ 7002 h 7349"/>
                <a:gd name="T74" fmla="*/ 8218 w 16326"/>
                <a:gd name="T75" fmla="*/ 6718 h 7349"/>
                <a:gd name="T76" fmla="*/ 9372 w 16326"/>
                <a:gd name="T77" fmla="*/ 6354 h 7349"/>
                <a:gd name="T78" fmla="*/ 10463 w 16326"/>
                <a:gd name="T79" fmla="*/ 5909 h 7349"/>
                <a:gd name="T80" fmla="*/ 11485 w 16326"/>
                <a:gd name="T81" fmla="*/ 5385 h 7349"/>
                <a:gd name="T82" fmla="*/ 12580 w 16326"/>
                <a:gd name="T83" fmla="*/ 4681 h 7349"/>
                <a:gd name="T84" fmla="*/ 13630 w 16326"/>
                <a:gd name="T85" fmla="*/ 3828 h 7349"/>
                <a:gd name="T86" fmla="*/ 14572 w 16326"/>
                <a:gd name="T87" fmla="*/ 2861 h 7349"/>
                <a:gd name="T88" fmla="*/ 15402 w 16326"/>
                <a:gd name="T89" fmla="*/ 1786 h 7349"/>
                <a:gd name="T90" fmla="*/ 16248 w 16326"/>
                <a:gd name="T91" fmla="*/ 1047 h 7349"/>
                <a:gd name="T92" fmla="*/ 246 w 16326"/>
                <a:gd name="T93" fmla="*/ 7157 h 7349"/>
                <a:gd name="T94" fmla="*/ 181 w 16326"/>
                <a:gd name="T95" fmla="*/ 7086 h 7349"/>
                <a:gd name="T96" fmla="*/ 177 w 16326"/>
                <a:gd name="T97" fmla="*/ 6987 h 7349"/>
                <a:gd name="T98" fmla="*/ 234 w 16326"/>
                <a:gd name="T99" fmla="*/ 6909 h 7349"/>
                <a:gd name="T100" fmla="*/ 330 w 16326"/>
                <a:gd name="T101" fmla="*/ 6885 h 7349"/>
                <a:gd name="T102" fmla="*/ 417 w 16326"/>
                <a:gd name="T103" fmla="*/ 6927 h 7349"/>
                <a:gd name="T104" fmla="*/ 459 w 16326"/>
                <a:gd name="T105" fmla="*/ 7015 h 7349"/>
                <a:gd name="T106" fmla="*/ 436 w 16326"/>
                <a:gd name="T107" fmla="*/ 7111 h 7349"/>
                <a:gd name="T108" fmla="*/ 358 w 16326"/>
                <a:gd name="T109" fmla="*/ 7168 h 7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326" h="7349">
                  <a:moveTo>
                    <a:pt x="16326" y="0"/>
                  </a:moveTo>
                  <a:lnTo>
                    <a:pt x="15522" y="676"/>
                  </a:lnTo>
                  <a:lnTo>
                    <a:pt x="15871" y="700"/>
                  </a:lnTo>
                  <a:lnTo>
                    <a:pt x="15775" y="870"/>
                  </a:lnTo>
                  <a:lnTo>
                    <a:pt x="15676" y="1039"/>
                  </a:lnTo>
                  <a:lnTo>
                    <a:pt x="15575" y="1206"/>
                  </a:lnTo>
                  <a:lnTo>
                    <a:pt x="15472" y="1370"/>
                  </a:lnTo>
                  <a:lnTo>
                    <a:pt x="15367" y="1532"/>
                  </a:lnTo>
                  <a:lnTo>
                    <a:pt x="15260" y="1692"/>
                  </a:lnTo>
                  <a:lnTo>
                    <a:pt x="15150" y="1850"/>
                  </a:lnTo>
                  <a:lnTo>
                    <a:pt x="15037" y="2006"/>
                  </a:lnTo>
                  <a:lnTo>
                    <a:pt x="14923" y="2159"/>
                  </a:lnTo>
                  <a:lnTo>
                    <a:pt x="14806" y="2310"/>
                  </a:lnTo>
                  <a:lnTo>
                    <a:pt x="14687" y="2460"/>
                  </a:lnTo>
                  <a:lnTo>
                    <a:pt x="14566" y="2607"/>
                  </a:lnTo>
                  <a:lnTo>
                    <a:pt x="14442" y="2752"/>
                  </a:lnTo>
                  <a:lnTo>
                    <a:pt x="14317" y="2894"/>
                  </a:lnTo>
                  <a:lnTo>
                    <a:pt x="14188" y="3035"/>
                  </a:lnTo>
                  <a:lnTo>
                    <a:pt x="14059" y="3172"/>
                  </a:lnTo>
                  <a:lnTo>
                    <a:pt x="13926" y="3308"/>
                  </a:lnTo>
                  <a:lnTo>
                    <a:pt x="13791" y="3442"/>
                  </a:lnTo>
                  <a:lnTo>
                    <a:pt x="13655" y="3573"/>
                  </a:lnTo>
                  <a:lnTo>
                    <a:pt x="13516" y="3703"/>
                  </a:lnTo>
                  <a:lnTo>
                    <a:pt x="13374" y="3830"/>
                  </a:lnTo>
                  <a:lnTo>
                    <a:pt x="13231" y="3955"/>
                  </a:lnTo>
                  <a:lnTo>
                    <a:pt x="13085" y="4077"/>
                  </a:lnTo>
                  <a:lnTo>
                    <a:pt x="12937" y="4197"/>
                  </a:lnTo>
                  <a:lnTo>
                    <a:pt x="12787" y="4315"/>
                  </a:lnTo>
                  <a:lnTo>
                    <a:pt x="12635" y="4431"/>
                  </a:lnTo>
                  <a:lnTo>
                    <a:pt x="12481" y="4544"/>
                  </a:lnTo>
                  <a:lnTo>
                    <a:pt x="12325" y="4654"/>
                  </a:lnTo>
                  <a:lnTo>
                    <a:pt x="12166" y="4763"/>
                  </a:lnTo>
                  <a:lnTo>
                    <a:pt x="12006" y="4869"/>
                  </a:lnTo>
                  <a:lnTo>
                    <a:pt x="11842" y="4973"/>
                  </a:lnTo>
                  <a:lnTo>
                    <a:pt x="11678" y="5074"/>
                  </a:lnTo>
                  <a:lnTo>
                    <a:pt x="11540" y="5157"/>
                  </a:lnTo>
                  <a:lnTo>
                    <a:pt x="11402" y="5237"/>
                  </a:lnTo>
                  <a:lnTo>
                    <a:pt x="11262" y="5315"/>
                  </a:lnTo>
                  <a:lnTo>
                    <a:pt x="11120" y="5393"/>
                  </a:lnTo>
                  <a:lnTo>
                    <a:pt x="10977" y="5468"/>
                  </a:lnTo>
                  <a:lnTo>
                    <a:pt x="10833" y="5543"/>
                  </a:lnTo>
                  <a:lnTo>
                    <a:pt x="10687" y="5615"/>
                  </a:lnTo>
                  <a:lnTo>
                    <a:pt x="10540" y="5686"/>
                  </a:lnTo>
                  <a:lnTo>
                    <a:pt x="10391" y="5755"/>
                  </a:lnTo>
                  <a:lnTo>
                    <a:pt x="10243" y="5822"/>
                  </a:lnTo>
                  <a:lnTo>
                    <a:pt x="10090" y="5889"/>
                  </a:lnTo>
                  <a:lnTo>
                    <a:pt x="9938" y="5953"/>
                  </a:lnTo>
                  <a:lnTo>
                    <a:pt x="9784" y="6016"/>
                  </a:lnTo>
                  <a:lnTo>
                    <a:pt x="9629" y="6078"/>
                  </a:lnTo>
                  <a:lnTo>
                    <a:pt x="9473" y="6137"/>
                  </a:lnTo>
                  <a:lnTo>
                    <a:pt x="9315" y="6195"/>
                  </a:lnTo>
                  <a:lnTo>
                    <a:pt x="9156" y="6252"/>
                  </a:lnTo>
                  <a:lnTo>
                    <a:pt x="8996" y="6306"/>
                  </a:lnTo>
                  <a:lnTo>
                    <a:pt x="8834" y="6359"/>
                  </a:lnTo>
                  <a:lnTo>
                    <a:pt x="8671" y="6411"/>
                  </a:lnTo>
                  <a:lnTo>
                    <a:pt x="8507" y="6461"/>
                  </a:lnTo>
                  <a:lnTo>
                    <a:pt x="8342" y="6509"/>
                  </a:lnTo>
                  <a:lnTo>
                    <a:pt x="8174" y="6556"/>
                  </a:lnTo>
                  <a:lnTo>
                    <a:pt x="8007" y="6601"/>
                  </a:lnTo>
                  <a:lnTo>
                    <a:pt x="7838" y="6644"/>
                  </a:lnTo>
                  <a:lnTo>
                    <a:pt x="7667" y="6686"/>
                  </a:lnTo>
                  <a:lnTo>
                    <a:pt x="7496" y="6727"/>
                  </a:lnTo>
                  <a:lnTo>
                    <a:pt x="7323" y="6764"/>
                  </a:lnTo>
                  <a:lnTo>
                    <a:pt x="7149" y="6801"/>
                  </a:lnTo>
                  <a:lnTo>
                    <a:pt x="6974" y="6836"/>
                  </a:lnTo>
                  <a:lnTo>
                    <a:pt x="6798" y="6869"/>
                  </a:lnTo>
                  <a:lnTo>
                    <a:pt x="6620" y="6901"/>
                  </a:lnTo>
                  <a:lnTo>
                    <a:pt x="6325" y="6950"/>
                  </a:lnTo>
                  <a:lnTo>
                    <a:pt x="6033" y="6993"/>
                  </a:lnTo>
                  <a:lnTo>
                    <a:pt x="5745" y="7032"/>
                  </a:lnTo>
                  <a:lnTo>
                    <a:pt x="5460" y="7064"/>
                  </a:lnTo>
                  <a:lnTo>
                    <a:pt x="5180" y="7093"/>
                  </a:lnTo>
                  <a:lnTo>
                    <a:pt x="4905" y="7116"/>
                  </a:lnTo>
                  <a:lnTo>
                    <a:pt x="4636" y="7136"/>
                  </a:lnTo>
                  <a:lnTo>
                    <a:pt x="4370" y="7152"/>
                  </a:lnTo>
                  <a:lnTo>
                    <a:pt x="4112" y="7163"/>
                  </a:lnTo>
                  <a:lnTo>
                    <a:pt x="3859" y="7172"/>
                  </a:lnTo>
                  <a:lnTo>
                    <a:pt x="3613" y="7178"/>
                  </a:lnTo>
                  <a:lnTo>
                    <a:pt x="3374" y="7180"/>
                  </a:lnTo>
                  <a:lnTo>
                    <a:pt x="3142" y="7180"/>
                  </a:lnTo>
                  <a:lnTo>
                    <a:pt x="2918" y="7177"/>
                  </a:lnTo>
                  <a:lnTo>
                    <a:pt x="2702" y="7171"/>
                  </a:lnTo>
                  <a:lnTo>
                    <a:pt x="2495" y="7164"/>
                  </a:lnTo>
                  <a:lnTo>
                    <a:pt x="2296" y="7156"/>
                  </a:lnTo>
                  <a:lnTo>
                    <a:pt x="2106" y="7146"/>
                  </a:lnTo>
                  <a:lnTo>
                    <a:pt x="1926" y="7135"/>
                  </a:lnTo>
                  <a:lnTo>
                    <a:pt x="1756" y="7122"/>
                  </a:lnTo>
                  <a:lnTo>
                    <a:pt x="1597" y="7110"/>
                  </a:lnTo>
                  <a:lnTo>
                    <a:pt x="1448" y="7097"/>
                  </a:lnTo>
                  <a:lnTo>
                    <a:pt x="1310" y="7083"/>
                  </a:lnTo>
                  <a:lnTo>
                    <a:pt x="1184" y="7069"/>
                  </a:lnTo>
                  <a:lnTo>
                    <a:pt x="1068" y="7056"/>
                  </a:lnTo>
                  <a:lnTo>
                    <a:pt x="966" y="7044"/>
                  </a:lnTo>
                  <a:lnTo>
                    <a:pt x="877" y="7033"/>
                  </a:lnTo>
                  <a:lnTo>
                    <a:pt x="799" y="7021"/>
                  </a:lnTo>
                  <a:lnTo>
                    <a:pt x="685" y="7005"/>
                  </a:lnTo>
                  <a:lnTo>
                    <a:pt x="628" y="6996"/>
                  </a:lnTo>
                  <a:lnTo>
                    <a:pt x="625" y="6982"/>
                  </a:lnTo>
                  <a:lnTo>
                    <a:pt x="622" y="6966"/>
                  </a:lnTo>
                  <a:lnTo>
                    <a:pt x="619" y="6952"/>
                  </a:lnTo>
                  <a:lnTo>
                    <a:pt x="615" y="6939"/>
                  </a:lnTo>
                  <a:lnTo>
                    <a:pt x="611" y="6924"/>
                  </a:lnTo>
                  <a:lnTo>
                    <a:pt x="606" y="6911"/>
                  </a:lnTo>
                  <a:lnTo>
                    <a:pt x="600" y="6898"/>
                  </a:lnTo>
                  <a:lnTo>
                    <a:pt x="594" y="6886"/>
                  </a:lnTo>
                  <a:lnTo>
                    <a:pt x="588" y="6873"/>
                  </a:lnTo>
                  <a:lnTo>
                    <a:pt x="580" y="6861"/>
                  </a:lnTo>
                  <a:lnTo>
                    <a:pt x="572" y="6849"/>
                  </a:lnTo>
                  <a:lnTo>
                    <a:pt x="564" y="6838"/>
                  </a:lnTo>
                  <a:lnTo>
                    <a:pt x="555" y="6827"/>
                  </a:lnTo>
                  <a:lnTo>
                    <a:pt x="546" y="6816"/>
                  </a:lnTo>
                  <a:lnTo>
                    <a:pt x="536" y="6806"/>
                  </a:lnTo>
                  <a:lnTo>
                    <a:pt x="525" y="6796"/>
                  </a:lnTo>
                  <a:lnTo>
                    <a:pt x="515" y="6787"/>
                  </a:lnTo>
                  <a:lnTo>
                    <a:pt x="504" y="6779"/>
                  </a:lnTo>
                  <a:lnTo>
                    <a:pt x="493" y="6770"/>
                  </a:lnTo>
                  <a:lnTo>
                    <a:pt x="481" y="6762"/>
                  </a:lnTo>
                  <a:lnTo>
                    <a:pt x="468" y="6755"/>
                  </a:lnTo>
                  <a:lnTo>
                    <a:pt x="456" y="6748"/>
                  </a:lnTo>
                  <a:lnTo>
                    <a:pt x="443" y="6742"/>
                  </a:lnTo>
                  <a:lnTo>
                    <a:pt x="430" y="6737"/>
                  </a:lnTo>
                  <a:lnTo>
                    <a:pt x="416" y="6732"/>
                  </a:lnTo>
                  <a:lnTo>
                    <a:pt x="403" y="6728"/>
                  </a:lnTo>
                  <a:lnTo>
                    <a:pt x="389" y="6723"/>
                  </a:lnTo>
                  <a:lnTo>
                    <a:pt x="374" y="6720"/>
                  </a:lnTo>
                  <a:lnTo>
                    <a:pt x="360" y="6718"/>
                  </a:lnTo>
                  <a:lnTo>
                    <a:pt x="345" y="6716"/>
                  </a:lnTo>
                  <a:lnTo>
                    <a:pt x="330" y="6715"/>
                  </a:lnTo>
                  <a:lnTo>
                    <a:pt x="315" y="6715"/>
                  </a:lnTo>
                  <a:lnTo>
                    <a:pt x="299" y="6715"/>
                  </a:lnTo>
                  <a:lnTo>
                    <a:pt x="283" y="6716"/>
                  </a:lnTo>
                  <a:lnTo>
                    <a:pt x="267" y="6718"/>
                  </a:lnTo>
                  <a:lnTo>
                    <a:pt x="251" y="6721"/>
                  </a:lnTo>
                  <a:lnTo>
                    <a:pt x="236" y="6724"/>
                  </a:lnTo>
                  <a:lnTo>
                    <a:pt x="221" y="6729"/>
                  </a:lnTo>
                  <a:lnTo>
                    <a:pt x="206" y="6734"/>
                  </a:lnTo>
                  <a:lnTo>
                    <a:pt x="192" y="6740"/>
                  </a:lnTo>
                  <a:lnTo>
                    <a:pt x="179" y="6746"/>
                  </a:lnTo>
                  <a:lnTo>
                    <a:pt x="164" y="6753"/>
                  </a:lnTo>
                  <a:lnTo>
                    <a:pt x="151" y="6760"/>
                  </a:lnTo>
                  <a:lnTo>
                    <a:pt x="139" y="6768"/>
                  </a:lnTo>
                  <a:lnTo>
                    <a:pt x="127" y="6778"/>
                  </a:lnTo>
                  <a:lnTo>
                    <a:pt x="114" y="6787"/>
                  </a:lnTo>
                  <a:lnTo>
                    <a:pt x="103" y="6797"/>
                  </a:lnTo>
                  <a:lnTo>
                    <a:pt x="92" y="6807"/>
                  </a:lnTo>
                  <a:lnTo>
                    <a:pt x="82" y="6817"/>
                  </a:lnTo>
                  <a:lnTo>
                    <a:pt x="71" y="6830"/>
                  </a:lnTo>
                  <a:lnTo>
                    <a:pt x="62" y="6841"/>
                  </a:lnTo>
                  <a:lnTo>
                    <a:pt x="54" y="6853"/>
                  </a:lnTo>
                  <a:lnTo>
                    <a:pt x="46" y="6866"/>
                  </a:lnTo>
                  <a:lnTo>
                    <a:pt x="38" y="6880"/>
                  </a:lnTo>
                  <a:lnTo>
                    <a:pt x="31" y="6893"/>
                  </a:lnTo>
                  <a:lnTo>
                    <a:pt x="24" y="6907"/>
                  </a:lnTo>
                  <a:lnTo>
                    <a:pt x="19" y="6921"/>
                  </a:lnTo>
                  <a:lnTo>
                    <a:pt x="14" y="6936"/>
                  </a:lnTo>
                  <a:lnTo>
                    <a:pt x="10" y="6951"/>
                  </a:lnTo>
                  <a:lnTo>
                    <a:pt x="6" y="6966"/>
                  </a:lnTo>
                  <a:lnTo>
                    <a:pt x="4" y="6982"/>
                  </a:lnTo>
                  <a:lnTo>
                    <a:pt x="2" y="6997"/>
                  </a:lnTo>
                  <a:lnTo>
                    <a:pt x="0" y="7013"/>
                  </a:lnTo>
                  <a:lnTo>
                    <a:pt x="0" y="7030"/>
                  </a:lnTo>
                  <a:lnTo>
                    <a:pt x="0" y="7046"/>
                  </a:lnTo>
                  <a:lnTo>
                    <a:pt x="2" y="7062"/>
                  </a:lnTo>
                  <a:lnTo>
                    <a:pt x="4" y="7078"/>
                  </a:lnTo>
                  <a:lnTo>
                    <a:pt x="6" y="7093"/>
                  </a:lnTo>
                  <a:lnTo>
                    <a:pt x="10" y="7108"/>
                  </a:lnTo>
                  <a:lnTo>
                    <a:pt x="14" y="7123"/>
                  </a:lnTo>
                  <a:lnTo>
                    <a:pt x="19" y="7138"/>
                  </a:lnTo>
                  <a:lnTo>
                    <a:pt x="24" y="7152"/>
                  </a:lnTo>
                  <a:lnTo>
                    <a:pt x="31" y="7166"/>
                  </a:lnTo>
                  <a:lnTo>
                    <a:pt x="38" y="7180"/>
                  </a:lnTo>
                  <a:lnTo>
                    <a:pt x="46" y="7193"/>
                  </a:lnTo>
                  <a:lnTo>
                    <a:pt x="54" y="7206"/>
                  </a:lnTo>
                  <a:lnTo>
                    <a:pt x="62" y="7218"/>
                  </a:lnTo>
                  <a:lnTo>
                    <a:pt x="71" y="7231"/>
                  </a:lnTo>
                  <a:lnTo>
                    <a:pt x="82" y="7242"/>
                  </a:lnTo>
                  <a:lnTo>
                    <a:pt x="92" y="7253"/>
                  </a:lnTo>
                  <a:lnTo>
                    <a:pt x="103" y="7263"/>
                  </a:lnTo>
                  <a:lnTo>
                    <a:pt x="114" y="7272"/>
                  </a:lnTo>
                  <a:lnTo>
                    <a:pt x="127" y="7283"/>
                  </a:lnTo>
                  <a:lnTo>
                    <a:pt x="139" y="7291"/>
                  </a:lnTo>
                  <a:lnTo>
                    <a:pt x="151" y="7299"/>
                  </a:lnTo>
                  <a:lnTo>
                    <a:pt x="164" y="7307"/>
                  </a:lnTo>
                  <a:lnTo>
                    <a:pt x="179" y="7313"/>
                  </a:lnTo>
                  <a:lnTo>
                    <a:pt x="192" y="7320"/>
                  </a:lnTo>
                  <a:lnTo>
                    <a:pt x="206" y="7325"/>
                  </a:lnTo>
                  <a:lnTo>
                    <a:pt x="221" y="7331"/>
                  </a:lnTo>
                  <a:lnTo>
                    <a:pt x="236" y="7335"/>
                  </a:lnTo>
                  <a:lnTo>
                    <a:pt x="251" y="7338"/>
                  </a:lnTo>
                  <a:lnTo>
                    <a:pt x="267" y="7341"/>
                  </a:lnTo>
                  <a:lnTo>
                    <a:pt x="283" y="7343"/>
                  </a:lnTo>
                  <a:lnTo>
                    <a:pt x="299" y="7344"/>
                  </a:lnTo>
                  <a:lnTo>
                    <a:pt x="315" y="7345"/>
                  </a:lnTo>
                  <a:lnTo>
                    <a:pt x="339" y="7344"/>
                  </a:lnTo>
                  <a:lnTo>
                    <a:pt x="361" y="7341"/>
                  </a:lnTo>
                  <a:lnTo>
                    <a:pt x="384" y="7337"/>
                  </a:lnTo>
                  <a:lnTo>
                    <a:pt x="405" y="7332"/>
                  </a:lnTo>
                  <a:lnTo>
                    <a:pt x="427" y="7323"/>
                  </a:lnTo>
                  <a:lnTo>
                    <a:pt x="447" y="7315"/>
                  </a:lnTo>
                  <a:lnTo>
                    <a:pt x="467" y="7305"/>
                  </a:lnTo>
                  <a:lnTo>
                    <a:pt x="486" y="7294"/>
                  </a:lnTo>
                  <a:lnTo>
                    <a:pt x="504" y="7281"/>
                  </a:lnTo>
                  <a:lnTo>
                    <a:pt x="520" y="7267"/>
                  </a:lnTo>
                  <a:lnTo>
                    <a:pt x="537" y="7252"/>
                  </a:lnTo>
                  <a:lnTo>
                    <a:pt x="551" y="7237"/>
                  </a:lnTo>
                  <a:lnTo>
                    <a:pt x="565" y="7219"/>
                  </a:lnTo>
                  <a:lnTo>
                    <a:pt x="578" y="7201"/>
                  </a:lnTo>
                  <a:lnTo>
                    <a:pt x="589" y="7183"/>
                  </a:lnTo>
                  <a:lnTo>
                    <a:pt x="598" y="7163"/>
                  </a:lnTo>
                  <a:lnTo>
                    <a:pt x="629" y="7167"/>
                  </a:lnTo>
                  <a:lnTo>
                    <a:pt x="681" y="7175"/>
                  </a:lnTo>
                  <a:lnTo>
                    <a:pt x="754" y="7187"/>
                  </a:lnTo>
                  <a:lnTo>
                    <a:pt x="848" y="7199"/>
                  </a:lnTo>
                  <a:lnTo>
                    <a:pt x="960" y="7213"/>
                  </a:lnTo>
                  <a:lnTo>
                    <a:pt x="1092" y="7230"/>
                  </a:lnTo>
                  <a:lnTo>
                    <a:pt x="1242" y="7246"/>
                  </a:lnTo>
                  <a:lnTo>
                    <a:pt x="1409" y="7262"/>
                  </a:lnTo>
                  <a:lnTo>
                    <a:pt x="1594" y="7279"/>
                  </a:lnTo>
                  <a:lnTo>
                    <a:pt x="1794" y="7295"/>
                  </a:lnTo>
                  <a:lnTo>
                    <a:pt x="1900" y="7302"/>
                  </a:lnTo>
                  <a:lnTo>
                    <a:pt x="2009" y="7309"/>
                  </a:lnTo>
                  <a:lnTo>
                    <a:pt x="2122" y="7316"/>
                  </a:lnTo>
                  <a:lnTo>
                    <a:pt x="2240" y="7322"/>
                  </a:lnTo>
                  <a:lnTo>
                    <a:pt x="2360" y="7329"/>
                  </a:lnTo>
                  <a:lnTo>
                    <a:pt x="2485" y="7334"/>
                  </a:lnTo>
                  <a:lnTo>
                    <a:pt x="2611" y="7339"/>
                  </a:lnTo>
                  <a:lnTo>
                    <a:pt x="2742" y="7342"/>
                  </a:lnTo>
                  <a:lnTo>
                    <a:pt x="2875" y="7345"/>
                  </a:lnTo>
                  <a:lnTo>
                    <a:pt x="3012" y="7348"/>
                  </a:lnTo>
                  <a:lnTo>
                    <a:pt x="3152" y="7349"/>
                  </a:lnTo>
                  <a:lnTo>
                    <a:pt x="3294" y="7349"/>
                  </a:lnTo>
                  <a:lnTo>
                    <a:pt x="3477" y="7349"/>
                  </a:lnTo>
                  <a:lnTo>
                    <a:pt x="3665" y="7346"/>
                  </a:lnTo>
                  <a:lnTo>
                    <a:pt x="3857" y="7342"/>
                  </a:lnTo>
                  <a:lnTo>
                    <a:pt x="4053" y="7336"/>
                  </a:lnTo>
                  <a:lnTo>
                    <a:pt x="4252" y="7328"/>
                  </a:lnTo>
                  <a:lnTo>
                    <a:pt x="4455" y="7316"/>
                  </a:lnTo>
                  <a:lnTo>
                    <a:pt x="4558" y="7310"/>
                  </a:lnTo>
                  <a:lnTo>
                    <a:pt x="4661" y="7304"/>
                  </a:lnTo>
                  <a:lnTo>
                    <a:pt x="4766" y="7297"/>
                  </a:lnTo>
                  <a:lnTo>
                    <a:pt x="4871" y="7289"/>
                  </a:lnTo>
                  <a:lnTo>
                    <a:pt x="4977" y="7281"/>
                  </a:lnTo>
                  <a:lnTo>
                    <a:pt x="5084" y="7271"/>
                  </a:lnTo>
                  <a:lnTo>
                    <a:pt x="5192" y="7261"/>
                  </a:lnTo>
                  <a:lnTo>
                    <a:pt x="5300" y="7251"/>
                  </a:lnTo>
                  <a:lnTo>
                    <a:pt x="5408" y="7240"/>
                  </a:lnTo>
                  <a:lnTo>
                    <a:pt x="5518" y="7229"/>
                  </a:lnTo>
                  <a:lnTo>
                    <a:pt x="5628" y="7215"/>
                  </a:lnTo>
                  <a:lnTo>
                    <a:pt x="5739" y="7202"/>
                  </a:lnTo>
                  <a:lnTo>
                    <a:pt x="5850" y="7189"/>
                  </a:lnTo>
                  <a:lnTo>
                    <a:pt x="5962" y="7173"/>
                  </a:lnTo>
                  <a:lnTo>
                    <a:pt x="6074" y="7158"/>
                  </a:lnTo>
                  <a:lnTo>
                    <a:pt x="6188" y="7142"/>
                  </a:lnTo>
                  <a:lnTo>
                    <a:pt x="6301" y="7124"/>
                  </a:lnTo>
                  <a:lnTo>
                    <a:pt x="6415" y="7107"/>
                  </a:lnTo>
                  <a:lnTo>
                    <a:pt x="6529" y="7088"/>
                  </a:lnTo>
                  <a:lnTo>
                    <a:pt x="6645" y="7068"/>
                  </a:lnTo>
                  <a:lnTo>
                    <a:pt x="6824" y="7037"/>
                  </a:lnTo>
                  <a:lnTo>
                    <a:pt x="7003" y="7002"/>
                  </a:lnTo>
                  <a:lnTo>
                    <a:pt x="7179" y="6967"/>
                  </a:lnTo>
                  <a:lnTo>
                    <a:pt x="7356" y="6930"/>
                  </a:lnTo>
                  <a:lnTo>
                    <a:pt x="7531" y="6891"/>
                  </a:lnTo>
                  <a:lnTo>
                    <a:pt x="7705" y="6850"/>
                  </a:lnTo>
                  <a:lnTo>
                    <a:pt x="7877" y="6808"/>
                  </a:lnTo>
                  <a:lnTo>
                    <a:pt x="8049" y="6764"/>
                  </a:lnTo>
                  <a:lnTo>
                    <a:pt x="8218" y="6718"/>
                  </a:lnTo>
                  <a:lnTo>
                    <a:pt x="8387" y="6671"/>
                  </a:lnTo>
                  <a:lnTo>
                    <a:pt x="8555" y="6622"/>
                  </a:lnTo>
                  <a:lnTo>
                    <a:pt x="8721" y="6572"/>
                  </a:lnTo>
                  <a:lnTo>
                    <a:pt x="8885" y="6520"/>
                  </a:lnTo>
                  <a:lnTo>
                    <a:pt x="9050" y="6466"/>
                  </a:lnTo>
                  <a:lnTo>
                    <a:pt x="9212" y="6411"/>
                  </a:lnTo>
                  <a:lnTo>
                    <a:pt x="9372" y="6354"/>
                  </a:lnTo>
                  <a:lnTo>
                    <a:pt x="9532" y="6296"/>
                  </a:lnTo>
                  <a:lnTo>
                    <a:pt x="9691" y="6235"/>
                  </a:lnTo>
                  <a:lnTo>
                    <a:pt x="9848" y="6173"/>
                  </a:lnTo>
                  <a:lnTo>
                    <a:pt x="10004" y="6109"/>
                  </a:lnTo>
                  <a:lnTo>
                    <a:pt x="10158" y="6045"/>
                  </a:lnTo>
                  <a:lnTo>
                    <a:pt x="10311" y="5978"/>
                  </a:lnTo>
                  <a:lnTo>
                    <a:pt x="10463" y="5909"/>
                  </a:lnTo>
                  <a:lnTo>
                    <a:pt x="10613" y="5839"/>
                  </a:lnTo>
                  <a:lnTo>
                    <a:pt x="10762" y="5767"/>
                  </a:lnTo>
                  <a:lnTo>
                    <a:pt x="10910" y="5694"/>
                  </a:lnTo>
                  <a:lnTo>
                    <a:pt x="11056" y="5619"/>
                  </a:lnTo>
                  <a:lnTo>
                    <a:pt x="11201" y="5543"/>
                  </a:lnTo>
                  <a:lnTo>
                    <a:pt x="11344" y="5464"/>
                  </a:lnTo>
                  <a:lnTo>
                    <a:pt x="11485" y="5385"/>
                  </a:lnTo>
                  <a:lnTo>
                    <a:pt x="11626" y="5303"/>
                  </a:lnTo>
                  <a:lnTo>
                    <a:pt x="11765" y="5220"/>
                  </a:lnTo>
                  <a:lnTo>
                    <a:pt x="11932" y="5117"/>
                  </a:lnTo>
                  <a:lnTo>
                    <a:pt x="12098" y="5011"/>
                  </a:lnTo>
                  <a:lnTo>
                    <a:pt x="12261" y="4904"/>
                  </a:lnTo>
                  <a:lnTo>
                    <a:pt x="12422" y="4793"/>
                  </a:lnTo>
                  <a:lnTo>
                    <a:pt x="12580" y="4681"/>
                  </a:lnTo>
                  <a:lnTo>
                    <a:pt x="12737" y="4565"/>
                  </a:lnTo>
                  <a:lnTo>
                    <a:pt x="12891" y="4448"/>
                  </a:lnTo>
                  <a:lnTo>
                    <a:pt x="13043" y="4329"/>
                  </a:lnTo>
                  <a:lnTo>
                    <a:pt x="13193" y="4207"/>
                  </a:lnTo>
                  <a:lnTo>
                    <a:pt x="13341" y="4083"/>
                  </a:lnTo>
                  <a:lnTo>
                    <a:pt x="13487" y="3956"/>
                  </a:lnTo>
                  <a:lnTo>
                    <a:pt x="13630" y="3828"/>
                  </a:lnTo>
                  <a:lnTo>
                    <a:pt x="13772" y="3696"/>
                  </a:lnTo>
                  <a:lnTo>
                    <a:pt x="13911" y="3562"/>
                  </a:lnTo>
                  <a:lnTo>
                    <a:pt x="14048" y="3427"/>
                  </a:lnTo>
                  <a:lnTo>
                    <a:pt x="14182" y="3289"/>
                  </a:lnTo>
                  <a:lnTo>
                    <a:pt x="14314" y="3148"/>
                  </a:lnTo>
                  <a:lnTo>
                    <a:pt x="14444" y="3006"/>
                  </a:lnTo>
                  <a:lnTo>
                    <a:pt x="14572" y="2861"/>
                  </a:lnTo>
                  <a:lnTo>
                    <a:pt x="14697" y="2714"/>
                  </a:lnTo>
                  <a:lnTo>
                    <a:pt x="14821" y="2564"/>
                  </a:lnTo>
                  <a:lnTo>
                    <a:pt x="14941" y="2413"/>
                  </a:lnTo>
                  <a:lnTo>
                    <a:pt x="15060" y="2259"/>
                  </a:lnTo>
                  <a:lnTo>
                    <a:pt x="15176" y="2104"/>
                  </a:lnTo>
                  <a:lnTo>
                    <a:pt x="15290" y="1946"/>
                  </a:lnTo>
                  <a:lnTo>
                    <a:pt x="15402" y="1786"/>
                  </a:lnTo>
                  <a:lnTo>
                    <a:pt x="15512" y="1622"/>
                  </a:lnTo>
                  <a:lnTo>
                    <a:pt x="15619" y="1458"/>
                  </a:lnTo>
                  <a:lnTo>
                    <a:pt x="15723" y="1291"/>
                  </a:lnTo>
                  <a:lnTo>
                    <a:pt x="15825" y="1122"/>
                  </a:lnTo>
                  <a:lnTo>
                    <a:pt x="15926" y="951"/>
                  </a:lnTo>
                  <a:lnTo>
                    <a:pt x="16023" y="778"/>
                  </a:lnTo>
                  <a:lnTo>
                    <a:pt x="16248" y="1047"/>
                  </a:lnTo>
                  <a:lnTo>
                    <a:pt x="16326" y="0"/>
                  </a:lnTo>
                  <a:close/>
                  <a:moveTo>
                    <a:pt x="315" y="7175"/>
                  </a:moveTo>
                  <a:lnTo>
                    <a:pt x="300" y="7174"/>
                  </a:lnTo>
                  <a:lnTo>
                    <a:pt x="286" y="7172"/>
                  </a:lnTo>
                  <a:lnTo>
                    <a:pt x="271" y="7168"/>
                  </a:lnTo>
                  <a:lnTo>
                    <a:pt x="258" y="7163"/>
                  </a:lnTo>
                  <a:lnTo>
                    <a:pt x="246" y="7157"/>
                  </a:lnTo>
                  <a:lnTo>
                    <a:pt x="234" y="7150"/>
                  </a:lnTo>
                  <a:lnTo>
                    <a:pt x="222" y="7142"/>
                  </a:lnTo>
                  <a:lnTo>
                    <a:pt x="212" y="7133"/>
                  </a:lnTo>
                  <a:lnTo>
                    <a:pt x="203" y="7122"/>
                  </a:lnTo>
                  <a:lnTo>
                    <a:pt x="195" y="7111"/>
                  </a:lnTo>
                  <a:lnTo>
                    <a:pt x="187" y="7099"/>
                  </a:lnTo>
                  <a:lnTo>
                    <a:pt x="181" y="7086"/>
                  </a:lnTo>
                  <a:lnTo>
                    <a:pt x="177" y="7072"/>
                  </a:lnTo>
                  <a:lnTo>
                    <a:pt x="172" y="7059"/>
                  </a:lnTo>
                  <a:lnTo>
                    <a:pt x="170" y="7045"/>
                  </a:lnTo>
                  <a:lnTo>
                    <a:pt x="169" y="7030"/>
                  </a:lnTo>
                  <a:lnTo>
                    <a:pt x="170" y="7015"/>
                  </a:lnTo>
                  <a:lnTo>
                    <a:pt x="172" y="7000"/>
                  </a:lnTo>
                  <a:lnTo>
                    <a:pt x="177" y="6987"/>
                  </a:lnTo>
                  <a:lnTo>
                    <a:pt x="181" y="6973"/>
                  </a:lnTo>
                  <a:lnTo>
                    <a:pt x="187" y="6960"/>
                  </a:lnTo>
                  <a:lnTo>
                    <a:pt x="195" y="6949"/>
                  </a:lnTo>
                  <a:lnTo>
                    <a:pt x="203" y="6938"/>
                  </a:lnTo>
                  <a:lnTo>
                    <a:pt x="212" y="6927"/>
                  </a:lnTo>
                  <a:lnTo>
                    <a:pt x="222" y="6917"/>
                  </a:lnTo>
                  <a:lnTo>
                    <a:pt x="234" y="6909"/>
                  </a:lnTo>
                  <a:lnTo>
                    <a:pt x="246" y="6902"/>
                  </a:lnTo>
                  <a:lnTo>
                    <a:pt x="258" y="6896"/>
                  </a:lnTo>
                  <a:lnTo>
                    <a:pt x="271" y="6891"/>
                  </a:lnTo>
                  <a:lnTo>
                    <a:pt x="286" y="6888"/>
                  </a:lnTo>
                  <a:lnTo>
                    <a:pt x="300" y="6885"/>
                  </a:lnTo>
                  <a:lnTo>
                    <a:pt x="315" y="6885"/>
                  </a:lnTo>
                  <a:lnTo>
                    <a:pt x="330" y="6885"/>
                  </a:lnTo>
                  <a:lnTo>
                    <a:pt x="344" y="6888"/>
                  </a:lnTo>
                  <a:lnTo>
                    <a:pt x="358" y="6891"/>
                  </a:lnTo>
                  <a:lnTo>
                    <a:pt x="371" y="6896"/>
                  </a:lnTo>
                  <a:lnTo>
                    <a:pt x="384" y="6902"/>
                  </a:lnTo>
                  <a:lnTo>
                    <a:pt x="396" y="6909"/>
                  </a:lnTo>
                  <a:lnTo>
                    <a:pt x="407" y="6917"/>
                  </a:lnTo>
                  <a:lnTo>
                    <a:pt x="417" y="6927"/>
                  </a:lnTo>
                  <a:lnTo>
                    <a:pt x="427" y="6938"/>
                  </a:lnTo>
                  <a:lnTo>
                    <a:pt x="436" y="6949"/>
                  </a:lnTo>
                  <a:lnTo>
                    <a:pt x="443" y="6960"/>
                  </a:lnTo>
                  <a:lnTo>
                    <a:pt x="449" y="6973"/>
                  </a:lnTo>
                  <a:lnTo>
                    <a:pt x="454" y="6987"/>
                  </a:lnTo>
                  <a:lnTo>
                    <a:pt x="457" y="7000"/>
                  </a:lnTo>
                  <a:lnTo>
                    <a:pt x="459" y="7015"/>
                  </a:lnTo>
                  <a:lnTo>
                    <a:pt x="460" y="7030"/>
                  </a:lnTo>
                  <a:lnTo>
                    <a:pt x="459" y="7045"/>
                  </a:lnTo>
                  <a:lnTo>
                    <a:pt x="457" y="7059"/>
                  </a:lnTo>
                  <a:lnTo>
                    <a:pt x="454" y="7072"/>
                  </a:lnTo>
                  <a:lnTo>
                    <a:pt x="449" y="7086"/>
                  </a:lnTo>
                  <a:lnTo>
                    <a:pt x="443" y="7099"/>
                  </a:lnTo>
                  <a:lnTo>
                    <a:pt x="436" y="7111"/>
                  </a:lnTo>
                  <a:lnTo>
                    <a:pt x="427" y="7122"/>
                  </a:lnTo>
                  <a:lnTo>
                    <a:pt x="417" y="7133"/>
                  </a:lnTo>
                  <a:lnTo>
                    <a:pt x="407" y="7142"/>
                  </a:lnTo>
                  <a:lnTo>
                    <a:pt x="396" y="7150"/>
                  </a:lnTo>
                  <a:lnTo>
                    <a:pt x="384" y="7157"/>
                  </a:lnTo>
                  <a:lnTo>
                    <a:pt x="371" y="7163"/>
                  </a:lnTo>
                  <a:lnTo>
                    <a:pt x="358" y="7168"/>
                  </a:lnTo>
                  <a:lnTo>
                    <a:pt x="344" y="7172"/>
                  </a:lnTo>
                  <a:lnTo>
                    <a:pt x="330" y="7174"/>
                  </a:lnTo>
                  <a:lnTo>
                    <a:pt x="315" y="7175"/>
                  </a:lnTo>
                  <a:close/>
                </a:path>
              </a:pathLst>
            </a:custGeom>
            <a:solidFill>
              <a:schemeClr val="tx2">
                <a:alpha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13" name="Title" descr="52bc1176-bc2f-4286-b82f-f699ff8cde89"/>
            <p:cNvSpPr txBox="1"/>
            <p:nvPr/>
          </p:nvSpPr>
          <p:spPr>
            <a:xfrm>
              <a:off x="660400" y="1130300"/>
              <a:ext cx="5626100" cy="1029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pitchFamily="34" charset="-122"/>
                </a:rPr>
                <a:t>协作匹配的具体应用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pitchFamily="34" charset="-122"/>
              </a:endParaRPr>
            </a:p>
          </p:txBody>
        </p:sp>
        <p:grpSp>
          <p:nvGrpSpPr>
            <p:cNvPr id="28" name="组合 27" descr="d16b3822-3a5e-4b93-b95f-90477e63f666"/>
            <p:cNvGrpSpPr/>
            <p:nvPr/>
          </p:nvGrpSpPr>
          <p:grpSpPr>
            <a:xfrm>
              <a:off x="660400" y="3624480"/>
              <a:ext cx="2971776" cy="2611220"/>
              <a:chOff x="660400" y="3624480"/>
              <a:chExt cx="2971776" cy="2611220"/>
            </a:xfrm>
          </p:grpSpPr>
          <p:grpSp>
            <p:nvGrpSpPr>
              <p:cNvPr id="4" name="组合 3" descr="3f931c8c-db30-4bc1-92a3-7199369dc95b"/>
              <p:cNvGrpSpPr/>
              <p:nvPr/>
            </p:nvGrpSpPr>
            <p:grpSpPr>
              <a:xfrm>
                <a:off x="2414384" y="5017908"/>
                <a:ext cx="1217792" cy="1217792"/>
                <a:chOff x="2180342" y="4732433"/>
                <a:chExt cx="1217792" cy="1217792"/>
              </a:xfrm>
            </p:grpSpPr>
            <p:sp>
              <p:nvSpPr>
                <p:cNvPr id="25" name="Unknown0" descr="ab308dca-a442-4d10-8509-757a44748ad7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2180342" y="4732433"/>
                  <a:ext cx="1217792" cy="1217792"/>
                </a:xfrm>
                <a:prstGeom prst="ellipse">
                  <a:avLst/>
                </a:prstGeom>
                <a:solidFill>
                  <a:schemeClr val="accent1"/>
                </a:solidFill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ctr"/>
                </a:p>
              </p:txBody>
            </p:sp>
            <p:sp>
              <p:nvSpPr>
                <p:cNvPr id="26" name="Icon1" descr="60dfb5ff-9c04-4394-a56f-8254569a81b7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2518910" y="5051785"/>
                  <a:ext cx="540656" cy="579088"/>
                </a:xfrm>
                <a:custGeom>
                  <a:avLst/>
                  <a:gdLst>
                    <a:gd name="connsiteX0" fmla="*/ 458586 w 565731"/>
                    <a:gd name="connsiteY0" fmla="*/ 166887 h 605945"/>
                    <a:gd name="connsiteX1" fmla="*/ 538915 w 565731"/>
                    <a:gd name="connsiteY1" fmla="*/ 182885 h 605945"/>
                    <a:gd name="connsiteX2" fmla="*/ 541140 w 565731"/>
                    <a:gd name="connsiteY2" fmla="*/ 184218 h 605945"/>
                    <a:gd name="connsiteX3" fmla="*/ 544478 w 565731"/>
                    <a:gd name="connsiteY3" fmla="*/ 186217 h 605945"/>
                    <a:gd name="connsiteX4" fmla="*/ 546703 w 565731"/>
                    <a:gd name="connsiteY4" fmla="*/ 188884 h 605945"/>
                    <a:gd name="connsiteX5" fmla="*/ 548929 w 565731"/>
                    <a:gd name="connsiteY5" fmla="*/ 191772 h 605945"/>
                    <a:gd name="connsiteX6" fmla="*/ 550041 w 565731"/>
                    <a:gd name="connsiteY6" fmla="*/ 195549 h 605945"/>
                    <a:gd name="connsiteX7" fmla="*/ 550931 w 565731"/>
                    <a:gd name="connsiteY7" fmla="*/ 198215 h 605945"/>
                    <a:gd name="connsiteX8" fmla="*/ 565617 w 565731"/>
                    <a:gd name="connsiteY8" fmla="*/ 331082 h 605945"/>
                    <a:gd name="connsiteX9" fmla="*/ 549374 w 565731"/>
                    <a:gd name="connsiteY9" fmla="*/ 351301 h 605945"/>
                    <a:gd name="connsiteX10" fmla="*/ 547371 w 565731"/>
                    <a:gd name="connsiteY10" fmla="*/ 351524 h 605945"/>
                    <a:gd name="connsiteX11" fmla="*/ 528902 w 565731"/>
                    <a:gd name="connsiteY11" fmla="*/ 335082 h 605945"/>
                    <a:gd name="connsiteX12" fmla="*/ 515551 w 565731"/>
                    <a:gd name="connsiteY12" fmla="*/ 213991 h 605945"/>
                    <a:gd name="connsiteX13" fmla="*/ 510433 w 565731"/>
                    <a:gd name="connsiteY13" fmla="*/ 212657 h 605945"/>
                    <a:gd name="connsiteX14" fmla="*/ 510433 w 565731"/>
                    <a:gd name="connsiteY14" fmla="*/ 338415 h 605945"/>
                    <a:gd name="connsiteX15" fmla="*/ 525119 w 565731"/>
                    <a:gd name="connsiteY15" fmla="*/ 521051 h 605945"/>
                    <a:gd name="connsiteX16" fmla="*/ 504647 w 565731"/>
                    <a:gd name="connsiteY16" fmla="*/ 544825 h 605945"/>
                    <a:gd name="connsiteX17" fmla="*/ 502867 w 565731"/>
                    <a:gd name="connsiteY17" fmla="*/ 545047 h 605945"/>
                    <a:gd name="connsiteX18" fmla="*/ 480838 w 565731"/>
                    <a:gd name="connsiteY18" fmla="*/ 524606 h 605945"/>
                    <a:gd name="connsiteX19" fmla="*/ 467487 w 565731"/>
                    <a:gd name="connsiteY19" fmla="*/ 359522 h 605945"/>
                    <a:gd name="connsiteX20" fmla="*/ 458586 w 565731"/>
                    <a:gd name="connsiteY20" fmla="*/ 361522 h 605945"/>
                    <a:gd name="connsiteX21" fmla="*/ 449685 w 565731"/>
                    <a:gd name="connsiteY21" fmla="*/ 359522 h 605945"/>
                    <a:gd name="connsiteX22" fmla="*/ 436334 w 565731"/>
                    <a:gd name="connsiteY22" fmla="*/ 524606 h 605945"/>
                    <a:gd name="connsiteX23" fmla="*/ 414305 w 565731"/>
                    <a:gd name="connsiteY23" fmla="*/ 545047 h 605945"/>
                    <a:gd name="connsiteX24" fmla="*/ 412525 w 565731"/>
                    <a:gd name="connsiteY24" fmla="*/ 544825 h 605945"/>
                    <a:gd name="connsiteX25" fmla="*/ 392276 w 565731"/>
                    <a:gd name="connsiteY25" fmla="*/ 521051 h 605945"/>
                    <a:gd name="connsiteX26" fmla="*/ 403402 w 565731"/>
                    <a:gd name="connsiteY26" fmla="*/ 380852 h 605945"/>
                    <a:gd name="connsiteX27" fmla="*/ 426321 w 565731"/>
                    <a:gd name="connsiteY27" fmla="*/ 366632 h 605945"/>
                    <a:gd name="connsiteX28" fmla="*/ 435222 w 565731"/>
                    <a:gd name="connsiteY28" fmla="*/ 335971 h 605945"/>
                    <a:gd name="connsiteX29" fmla="*/ 416975 w 565731"/>
                    <a:gd name="connsiteY29" fmla="*/ 171998 h 605945"/>
                    <a:gd name="connsiteX30" fmla="*/ 458586 w 565731"/>
                    <a:gd name="connsiteY30" fmla="*/ 166887 h 605945"/>
                    <a:gd name="connsiteX31" fmla="*/ 107223 w 565731"/>
                    <a:gd name="connsiteY31" fmla="*/ 166887 h 605945"/>
                    <a:gd name="connsiteX32" fmla="*/ 148848 w 565731"/>
                    <a:gd name="connsiteY32" fmla="*/ 171998 h 605945"/>
                    <a:gd name="connsiteX33" fmla="*/ 130595 w 565731"/>
                    <a:gd name="connsiteY33" fmla="*/ 335971 h 605945"/>
                    <a:gd name="connsiteX34" fmla="*/ 139499 w 565731"/>
                    <a:gd name="connsiteY34" fmla="*/ 366632 h 605945"/>
                    <a:gd name="connsiteX35" fmla="*/ 162204 w 565731"/>
                    <a:gd name="connsiteY35" fmla="*/ 380852 h 605945"/>
                    <a:gd name="connsiteX36" fmla="*/ 173556 w 565731"/>
                    <a:gd name="connsiteY36" fmla="*/ 521051 h 605945"/>
                    <a:gd name="connsiteX37" fmla="*/ 153300 w 565731"/>
                    <a:gd name="connsiteY37" fmla="*/ 545047 h 605945"/>
                    <a:gd name="connsiteX38" fmla="*/ 151519 w 565731"/>
                    <a:gd name="connsiteY38" fmla="*/ 545047 h 605945"/>
                    <a:gd name="connsiteX39" fmla="*/ 129483 w 565731"/>
                    <a:gd name="connsiteY39" fmla="*/ 524606 h 605945"/>
                    <a:gd name="connsiteX40" fmla="*/ 116127 w 565731"/>
                    <a:gd name="connsiteY40" fmla="*/ 359522 h 605945"/>
                    <a:gd name="connsiteX41" fmla="*/ 107223 w 565731"/>
                    <a:gd name="connsiteY41" fmla="*/ 361522 h 605945"/>
                    <a:gd name="connsiteX42" fmla="*/ 98097 w 565731"/>
                    <a:gd name="connsiteY42" fmla="*/ 359522 h 605945"/>
                    <a:gd name="connsiteX43" fmla="*/ 84964 w 565731"/>
                    <a:gd name="connsiteY43" fmla="*/ 524606 h 605945"/>
                    <a:gd name="connsiteX44" fmla="*/ 62704 w 565731"/>
                    <a:gd name="connsiteY44" fmla="*/ 545047 h 605945"/>
                    <a:gd name="connsiteX45" fmla="*/ 60924 w 565731"/>
                    <a:gd name="connsiteY45" fmla="*/ 545047 h 605945"/>
                    <a:gd name="connsiteX46" fmla="*/ 40668 w 565731"/>
                    <a:gd name="connsiteY46" fmla="*/ 521051 h 605945"/>
                    <a:gd name="connsiteX47" fmla="*/ 55359 w 565731"/>
                    <a:gd name="connsiteY47" fmla="*/ 338415 h 605945"/>
                    <a:gd name="connsiteX48" fmla="*/ 55359 w 565731"/>
                    <a:gd name="connsiteY48" fmla="*/ 212657 h 605945"/>
                    <a:gd name="connsiteX49" fmla="*/ 50239 w 565731"/>
                    <a:gd name="connsiteY49" fmla="*/ 213991 h 605945"/>
                    <a:gd name="connsiteX50" fmla="*/ 36884 w 565731"/>
                    <a:gd name="connsiteY50" fmla="*/ 335082 h 605945"/>
                    <a:gd name="connsiteX51" fmla="*/ 18408 w 565731"/>
                    <a:gd name="connsiteY51" fmla="*/ 351524 h 605945"/>
                    <a:gd name="connsiteX52" fmla="*/ 16405 w 565731"/>
                    <a:gd name="connsiteY52" fmla="*/ 351301 h 605945"/>
                    <a:gd name="connsiteX53" fmla="*/ 156 w 565731"/>
                    <a:gd name="connsiteY53" fmla="*/ 331082 h 605945"/>
                    <a:gd name="connsiteX54" fmla="*/ 14847 w 565731"/>
                    <a:gd name="connsiteY54" fmla="*/ 198215 h 605945"/>
                    <a:gd name="connsiteX55" fmla="*/ 15737 w 565731"/>
                    <a:gd name="connsiteY55" fmla="*/ 195549 h 605945"/>
                    <a:gd name="connsiteX56" fmla="*/ 16850 w 565731"/>
                    <a:gd name="connsiteY56" fmla="*/ 191772 h 605945"/>
                    <a:gd name="connsiteX57" fmla="*/ 19299 w 565731"/>
                    <a:gd name="connsiteY57" fmla="*/ 188439 h 605945"/>
                    <a:gd name="connsiteX58" fmla="*/ 21079 w 565731"/>
                    <a:gd name="connsiteY58" fmla="*/ 186440 h 605945"/>
                    <a:gd name="connsiteX59" fmla="*/ 25976 w 565731"/>
                    <a:gd name="connsiteY59" fmla="*/ 183551 h 605945"/>
                    <a:gd name="connsiteX60" fmla="*/ 26867 w 565731"/>
                    <a:gd name="connsiteY60" fmla="*/ 182885 h 605945"/>
                    <a:gd name="connsiteX61" fmla="*/ 27312 w 565731"/>
                    <a:gd name="connsiteY61" fmla="*/ 182662 h 605945"/>
                    <a:gd name="connsiteX62" fmla="*/ 28202 w 565731"/>
                    <a:gd name="connsiteY62" fmla="*/ 182440 h 605945"/>
                    <a:gd name="connsiteX63" fmla="*/ 107223 w 565731"/>
                    <a:gd name="connsiteY63" fmla="*/ 166887 h 605945"/>
                    <a:gd name="connsiteX64" fmla="*/ 291929 w 565731"/>
                    <a:gd name="connsiteY64" fmla="*/ 132875 h 605945"/>
                    <a:gd name="connsiteX65" fmla="*/ 383170 w 565731"/>
                    <a:gd name="connsiteY65" fmla="*/ 152651 h 605945"/>
                    <a:gd name="connsiteX66" fmla="*/ 386063 w 565731"/>
                    <a:gd name="connsiteY66" fmla="*/ 154207 h 605945"/>
                    <a:gd name="connsiteX67" fmla="*/ 390291 w 565731"/>
                    <a:gd name="connsiteY67" fmla="*/ 156873 h 605945"/>
                    <a:gd name="connsiteX68" fmla="*/ 393184 w 565731"/>
                    <a:gd name="connsiteY68" fmla="*/ 160206 h 605945"/>
                    <a:gd name="connsiteX69" fmla="*/ 395855 w 565731"/>
                    <a:gd name="connsiteY69" fmla="*/ 163761 h 605945"/>
                    <a:gd name="connsiteX70" fmla="*/ 397412 w 565731"/>
                    <a:gd name="connsiteY70" fmla="*/ 168650 h 605945"/>
                    <a:gd name="connsiteX71" fmla="*/ 398303 w 565731"/>
                    <a:gd name="connsiteY71" fmla="*/ 171761 h 605945"/>
                    <a:gd name="connsiteX72" fmla="*/ 416773 w 565731"/>
                    <a:gd name="connsiteY72" fmla="*/ 337969 h 605945"/>
                    <a:gd name="connsiteX73" fmla="*/ 396522 w 565731"/>
                    <a:gd name="connsiteY73" fmla="*/ 363522 h 605945"/>
                    <a:gd name="connsiteX74" fmla="*/ 393852 w 565731"/>
                    <a:gd name="connsiteY74" fmla="*/ 363744 h 605945"/>
                    <a:gd name="connsiteX75" fmla="*/ 370930 w 565731"/>
                    <a:gd name="connsiteY75" fmla="*/ 343079 h 605945"/>
                    <a:gd name="connsiteX76" fmla="*/ 354017 w 565731"/>
                    <a:gd name="connsiteY76" fmla="*/ 191759 h 605945"/>
                    <a:gd name="connsiteX77" fmla="*/ 347564 w 565731"/>
                    <a:gd name="connsiteY77" fmla="*/ 189759 h 605945"/>
                    <a:gd name="connsiteX78" fmla="*/ 347564 w 565731"/>
                    <a:gd name="connsiteY78" fmla="*/ 347523 h 605945"/>
                    <a:gd name="connsiteX79" fmla="*/ 366034 w 565731"/>
                    <a:gd name="connsiteY79" fmla="*/ 575948 h 605945"/>
                    <a:gd name="connsiteX80" fmla="*/ 340665 w 565731"/>
                    <a:gd name="connsiteY80" fmla="*/ 605723 h 605945"/>
                    <a:gd name="connsiteX81" fmla="*/ 338440 w 565731"/>
                    <a:gd name="connsiteY81" fmla="*/ 605945 h 605945"/>
                    <a:gd name="connsiteX82" fmla="*/ 310622 w 565731"/>
                    <a:gd name="connsiteY82" fmla="*/ 580392 h 605945"/>
                    <a:gd name="connsiteX83" fmla="*/ 294154 w 565731"/>
                    <a:gd name="connsiteY83" fmla="*/ 373965 h 605945"/>
                    <a:gd name="connsiteX84" fmla="*/ 282805 w 565731"/>
                    <a:gd name="connsiteY84" fmla="*/ 376187 h 605945"/>
                    <a:gd name="connsiteX85" fmla="*/ 271678 w 565731"/>
                    <a:gd name="connsiteY85" fmla="*/ 373965 h 605945"/>
                    <a:gd name="connsiteX86" fmla="*/ 254987 w 565731"/>
                    <a:gd name="connsiteY86" fmla="*/ 580392 h 605945"/>
                    <a:gd name="connsiteX87" fmla="*/ 227393 w 565731"/>
                    <a:gd name="connsiteY87" fmla="*/ 605945 h 605945"/>
                    <a:gd name="connsiteX88" fmla="*/ 225167 w 565731"/>
                    <a:gd name="connsiteY88" fmla="*/ 605723 h 605945"/>
                    <a:gd name="connsiteX89" fmla="*/ 199798 w 565731"/>
                    <a:gd name="connsiteY89" fmla="*/ 575948 h 605945"/>
                    <a:gd name="connsiteX90" fmla="*/ 218046 w 565731"/>
                    <a:gd name="connsiteY90" fmla="*/ 347523 h 605945"/>
                    <a:gd name="connsiteX91" fmla="*/ 218046 w 565731"/>
                    <a:gd name="connsiteY91" fmla="*/ 189759 h 605945"/>
                    <a:gd name="connsiteX92" fmla="*/ 211815 w 565731"/>
                    <a:gd name="connsiteY92" fmla="*/ 191759 h 605945"/>
                    <a:gd name="connsiteX93" fmla="*/ 194902 w 565731"/>
                    <a:gd name="connsiteY93" fmla="*/ 343079 h 605945"/>
                    <a:gd name="connsiteX94" fmla="*/ 171980 w 565731"/>
                    <a:gd name="connsiteY94" fmla="*/ 363744 h 605945"/>
                    <a:gd name="connsiteX95" fmla="*/ 169310 w 565731"/>
                    <a:gd name="connsiteY95" fmla="*/ 363522 h 605945"/>
                    <a:gd name="connsiteX96" fmla="*/ 148836 w 565731"/>
                    <a:gd name="connsiteY96" fmla="*/ 337969 h 605945"/>
                    <a:gd name="connsiteX97" fmla="*/ 167307 w 565731"/>
                    <a:gd name="connsiteY97" fmla="*/ 171761 h 605945"/>
                    <a:gd name="connsiteX98" fmla="*/ 168420 w 565731"/>
                    <a:gd name="connsiteY98" fmla="*/ 168428 h 605945"/>
                    <a:gd name="connsiteX99" fmla="*/ 169977 w 565731"/>
                    <a:gd name="connsiteY99" fmla="*/ 163984 h 605945"/>
                    <a:gd name="connsiteX100" fmla="*/ 173093 w 565731"/>
                    <a:gd name="connsiteY100" fmla="*/ 159540 h 605945"/>
                    <a:gd name="connsiteX101" fmla="*/ 175096 w 565731"/>
                    <a:gd name="connsiteY101" fmla="*/ 157095 h 605945"/>
                    <a:gd name="connsiteX102" fmla="*/ 181327 w 565731"/>
                    <a:gd name="connsiteY102" fmla="*/ 153318 h 605945"/>
                    <a:gd name="connsiteX103" fmla="*/ 182440 w 565731"/>
                    <a:gd name="connsiteY103" fmla="*/ 152651 h 605945"/>
                    <a:gd name="connsiteX104" fmla="*/ 183107 w 565731"/>
                    <a:gd name="connsiteY104" fmla="*/ 152429 h 605945"/>
                    <a:gd name="connsiteX105" fmla="*/ 184220 w 565731"/>
                    <a:gd name="connsiteY105" fmla="*/ 151985 h 605945"/>
                    <a:gd name="connsiteX106" fmla="*/ 273903 w 565731"/>
                    <a:gd name="connsiteY106" fmla="*/ 133097 h 605945"/>
                    <a:gd name="connsiteX107" fmla="*/ 279689 w 565731"/>
                    <a:gd name="connsiteY107" fmla="*/ 144652 h 605945"/>
                    <a:gd name="connsiteX108" fmla="*/ 279912 w 565731"/>
                    <a:gd name="connsiteY108" fmla="*/ 144652 h 605945"/>
                    <a:gd name="connsiteX109" fmla="*/ 264334 w 565731"/>
                    <a:gd name="connsiteY109" fmla="*/ 265975 h 605945"/>
                    <a:gd name="connsiteX110" fmla="*/ 282805 w 565731"/>
                    <a:gd name="connsiteY110" fmla="*/ 298194 h 605945"/>
                    <a:gd name="connsiteX111" fmla="*/ 301498 w 565731"/>
                    <a:gd name="connsiteY111" fmla="*/ 265975 h 605945"/>
                    <a:gd name="connsiteX112" fmla="*/ 285920 w 565731"/>
                    <a:gd name="connsiteY112" fmla="*/ 144652 h 605945"/>
                    <a:gd name="connsiteX113" fmla="*/ 458589 w 565731"/>
                    <a:gd name="connsiteY113" fmla="*/ 60898 h 605945"/>
                    <a:gd name="connsiteX114" fmla="*/ 505339 w 565731"/>
                    <a:gd name="connsiteY114" fmla="*/ 111988 h 605945"/>
                    <a:gd name="connsiteX115" fmla="*/ 458589 w 565731"/>
                    <a:gd name="connsiteY115" fmla="*/ 163078 h 605945"/>
                    <a:gd name="connsiteX116" fmla="*/ 411839 w 565731"/>
                    <a:gd name="connsiteY116" fmla="*/ 111988 h 605945"/>
                    <a:gd name="connsiteX117" fmla="*/ 458589 w 565731"/>
                    <a:gd name="connsiteY117" fmla="*/ 60898 h 605945"/>
                    <a:gd name="connsiteX118" fmla="*/ 107209 w 565731"/>
                    <a:gd name="connsiteY118" fmla="*/ 60898 h 605945"/>
                    <a:gd name="connsiteX119" fmla="*/ 153924 w 565731"/>
                    <a:gd name="connsiteY119" fmla="*/ 111988 h 605945"/>
                    <a:gd name="connsiteX120" fmla="*/ 107209 w 565731"/>
                    <a:gd name="connsiteY120" fmla="*/ 163078 h 605945"/>
                    <a:gd name="connsiteX121" fmla="*/ 60494 w 565731"/>
                    <a:gd name="connsiteY121" fmla="*/ 111988 h 605945"/>
                    <a:gd name="connsiteX122" fmla="*/ 107209 w 565731"/>
                    <a:gd name="connsiteY122" fmla="*/ 60898 h 605945"/>
                    <a:gd name="connsiteX123" fmla="*/ 282810 w 565731"/>
                    <a:gd name="connsiteY123" fmla="*/ 0 h 605945"/>
                    <a:gd name="connsiteX124" fmla="*/ 341344 w 565731"/>
                    <a:gd name="connsiteY124" fmla="*/ 64003 h 605945"/>
                    <a:gd name="connsiteX125" fmla="*/ 282810 w 565731"/>
                    <a:gd name="connsiteY125" fmla="*/ 128006 h 605945"/>
                    <a:gd name="connsiteX126" fmla="*/ 224276 w 565731"/>
                    <a:gd name="connsiteY126" fmla="*/ 64003 h 605945"/>
                    <a:gd name="connsiteX127" fmla="*/ 282810 w 565731"/>
                    <a:gd name="connsiteY127" fmla="*/ 0 h 605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</a:cxnLst>
                  <a:rect l="l" t="t" r="r" b="b"/>
                  <a:pathLst>
                    <a:path w="565731" h="605945">
                      <a:moveTo>
                        <a:pt x="458586" y="166887"/>
                      </a:moveTo>
                      <a:cubicBezTo>
                        <a:pt x="494634" y="166887"/>
                        <a:pt x="537135" y="182218"/>
                        <a:pt x="538915" y="182885"/>
                      </a:cubicBezTo>
                      <a:cubicBezTo>
                        <a:pt x="539583" y="183107"/>
                        <a:pt x="540250" y="183773"/>
                        <a:pt x="541140" y="184218"/>
                      </a:cubicBezTo>
                      <a:cubicBezTo>
                        <a:pt x="542253" y="184884"/>
                        <a:pt x="543366" y="185329"/>
                        <a:pt x="544478" y="186217"/>
                      </a:cubicBezTo>
                      <a:cubicBezTo>
                        <a:pt x="545368" y="187106"/>
                        <a:pt x="546036" y="187995"/>
                        <a:pt x="546703" y="188884"/>
                      </a:cubicBezTo>
                      <a:cubicBezTo>
                        <a:pt x="547593" y="189772"/>
                        <a:pt x="548261" y="190661"/>
                        <a:pt x="548929" y="191772"/>
                      </a:cubicBezTo>
                      <a:cubicBezTo>
                        <a:pt x="549596" y="193105"/>
                        <a:pt x="549819" y="194216"/>
                        <a:pt x="550041" y="195549"/>
                      </a:cubicBezTo>
                      <a:cubicBezTo>
                        <a:pt x="550264" y="196438"/>
                        <a:pt x="550709" y="197327"/>
                        <a:pt x="550931" y="198215"/>
                      </a:cubicBezTo>
                      <a:lnTo>
                        <a:pt x="565617" y="331082"/>
                      </a:lnTo>
                      <a:cubicBezTo>
                        <a:pt x="566730" y="341081"/>
                        <a:pt x="559609" y="350190"/>
                        <a:pt x="549374" y="351301"/>
                      </a:cubicBezTo>
                      <a:cubicBezTo>
                        <a:pt x="548706" y="351524"/>
                        <a:pt x="548038" y="351524"/>
                        <a:pt x="547371" y="351524"/>
                      </a:cubicBezTo>
                      <a:cubicBezTo>
                        <a:pt x="538025" y="351524"/>
                        <a:pt x="530015" y="344414"/>
                        <a:pt x="528902" y="335082"/>
                      </a:cubicBezTo>
                      <a:lnTo>
                        <a:pt x="515551" y="213991"/>
                      </a:lnTo>
                      <a:cubicBezTo>
                        <a:pt x="513993" y="213546"/>
                        <a:pt x="512213" y="213102"/>
                        <a:pt x="510433" y="212657"/>
                      </a:cubicBezTo>
                      <a:lnTo>
                        <a:pt x="510433" y="338415"/>
                      </a:lnTo>
                      <a:lnTo>
                        <a:pt x="525119" y="521051"/>
                      </a:lnTo>
                      <a:cubicBezTo>
                        <a:pt x="526009" y="533271"/>
                        <a:pt x="516886" y="543936"/>
                        <a:pt x="504647" y="544825"/>
                      </a:cubicBezTo>
                      <a:cubicBezTo>
                        <a:pt x="504202" y="545047"/>
                        <a:pt x="503535" y="545047"/>
                        <a:pt x="502867" y="545047"/>
                      </a:cubicBezTo>
                      <a:cubicBezTo>
                        <a:pt x="491519" y="545047"/>
                        <a:pt x="481728" y="536160"/>
                        <a:pt x="480838" y="524606"/>
                      </a:cubicBezTo>
                      <a:lnTo>
                        <a:pt x="467487" y="359522"/>
                      </a:lnTo>
                      <a:cubicBezTo>
                        <a:pt x="464817" y="360855"/>
                        <a:pt x="461924" y="361522"/>
                        <a:pt x="458586" y="361522"/>
                      </a:cubicBezTo>
                      <a:cubicBezTo>
                        <a:pt x="455471" y="361522"/>
                        <a:pt x="452356" y="360855"/>
                        <a:pt x="449685" y="359522"/>
                      </a:cubicBezTo>
                      <a:lnTo>
                        <a:pt x="436334" y="524606"/>
                      </a:lnTo>
                      <a:cubicBezTo>
                        <a:pt x="435444" y="536160"/>
                        <a:pt x="425653" y="545047"/>
                        <a:pt x="414305" y="545047"/>
                      </a:cubicBezTo>
                      <a:cubicBezTo>
                        <a:pt x="413637" y="545047"/>
                        <a:pt x="413192" y="545047"/>
                        <a:pt x="412525" y="544825"/>
                      </a:cubicBezTo>
                      <a:cubicBezTo>
                        <a:pt x="400286" y="543936"/>
                        <a:pt x="391163" y="533271"/>
                        <a:pt x="392276" y="521051"/>
                      </a:cubicBezTo>
                      <a:lnTo>
                        <a:pt x="403402" y="380852"/>
                      </a:lnTo>
                      <a:cubicBezTo>
                        <a:pt x="412525" y="378630"/>
                        <a:pt x="420535" y="373964"/>
                        <a:pt x="426321" y="366632"/>
                      </a:cubicBezTo>
                      <a:cubicBezTo>
                        <a:pt x="433219" y="357967"/>
                        <a:pt x="436557" y="347080"/>
                        <a:pt x="435222" y="335971"/>
                      </a:cubicBezTo>
                      <a:lnTo>
                        <a:pt x="416975" y="171998"/>
                      </a:lnTo>
                      <a:cubicBezTo>
                        <a:pt x="430104" y="169331"/>
                        <a:pt x="444790" y="166887"/>
                        <a:pt x="458586" y="166887"/>
                      </a:cubicBezTo>
                      <a:close/>
                      <a:moveTo>
                        <a:pt x="107223" y="166887"/>
                      </a:moveTo>
                      <a:cubicBezTo>
                        <a:pt x="121024" y="166887"/>
                        <a:pt x="135715" y="169331"/>
                        <a:pt x="148848" y="171998"/>
                      </a:cubicBezTo>
                      <a:lnTo>
                        <a:pt x="130595" y="335971"/>
                      </a:lnTo>
                      <a:cubicBezTo>
                        <a:pt x="129260" y="347080"/>
                        <a:pt x="132376" y="357967"/>
                        <a:pt x="139499" y="366632"/>
                      </a:cubicBezTo>
                      <a:cubicBezTo>
                        <a:pt x="145287" y="373964"/>
                        <a:pt x="153300" y="378852"/>
                        <a:pt x="162204" y="380852"/>
                      </a:cubicBezTo>
                      <a:lnTo>
                        <a:pt x="173556" y="521051"/>
                      </a:lnTo>
                      <a:cubicBezTo>
                        <a:pt x="174669" y="533271"/>
                        <a:pt x="165543" y="543936"/>
                        <a:pt x="153300" y="545047"/>
                      </a:cubicBezTo>
                      <a:cubicBezTo>
                        <a:pt x="152632" y="545047"/>
                        <a:pt x="151964" y="545047"/>
                        <a:pt x="151519" y="545047"/>
                      </a:cubicBezTo>
                      <a:cubicBezTo>
                        <a:pt x="139944" y="545047"/>
                        <a:pt x="130373" y="536160"/>
                        <a:pt x="129483" y="524606"/>
                      </a:cubicBezTo>
                      <a:lnTo>
                        <a:pt x="116127" y="359522"/>
                      </a:lnTo>
                      <a:cubicBezTo>
                        <a:pt x="113456" y="360855"/>
                        <a:pt x="110339" y="361522"/>
                        <a:pt x="107223" y="361522"/>
                      </a:cubicBezTo>
                      <a:cubicBezTo>
                        <a:pt x="103884" y="361522"/>
                        <a:pt x="100991" y="360855"/>
                        <a:pt x="98097" y="359522"/>
                      </a:cubicBezTo>
                      <a:lnTo>
                        <a:pt x="84964" y="524606"/>
                      </a:lnTo>
                      <a:cubicBezTo>
                        <a:pt x="84073" y="536160"/>
                        <a:pt x="74279" y="545047"/>
                        <a:pt x="62704" y="545047"/>
                      </a:cubicBezTo>
                      <a:cubicBezTo>
                        <a:pt x="62259" y="545047"/>
                        <a:pt x="61591" y="545047"/>
                        <a:pt x="60924" y="545047"/>
                      </a:cubicBezTo>
                      <a:cubicBezTo>
                        <a:pt x="48904" y="543936"/>
                        <a:pt x="39777" y="533271"/>
                        <a:pt x="40668" y="521051"/>
                      </a:cubicBezTo>
                      <a:lnTo>
                        <a:pt x="55359" y="338415"/>
                      </a:lnTo>
                      <a:lnTo>
                        <a:pt x="55359" y="212657"/>
                      </a:lnTo>
                      <a:cubicBezTo>
                        <a:pt x="53578" y="213102"/>
                        <a:pt x="51797" y="213546"/>
                        <a:pt x="50239" y="213991"/>
                      </a:cubicBezTo>
                      <a:lnTo>
                        <a:pt x="36884" y="335082"/>
                      </a:lnTo>
                      <a:cubicBezTo>
                        <a:pt x="35771" y="344636"/>
                        <a:pt x="27757" y="351524"/>
                        <a:pt x="18408" y="351524"/>
                      </a:cubicBezTo>
                      <a:cubicBezTo>
                        <a:pt x="17740" y="351524"/>
                        <a:pt x="17073" y="351524"/>
                        <a:pt x="16405" y="351301"/>
                      </a:cubicBezTo>
                      <a:cubicBezTo>
                        <a:pt x="6166" y="350190"/>
                        <a:pt x="-1180" y="341081"/>
                        <a:pt x="156" y="331082"/>
                      </a:cubicBezTo>
                      <a:lnTo>
                        <a:pt x="14847" y="198215"/>
                      </a:lnTo>
                      <a:cubicBezTo>
                        <a:pt x="14847" y="197104"/>
                        <a:pt x="15515" y="196438"/>
                        <a:pt x="15737" y="195549"/>
                      </a:cubicBezTo>
                      <a:cubicBezTo>
                        <a:pt x="15960" y="194216"/>
                        <a:pt x="16182" y="193105"/>
                        <a:pt x="16850" y="191772"/>
                      </a:cubicBezTo>
                      <a:cubicBezTo>
                        <a:pt x="17518" y="190661"/>
                        <a:pt x="18408" y="189550"/>
                        <a:pt x="19299" y="188439"/>
                      </a:cubicBezTo>
                      <a:cubicBezTo>
                        <a:pt x="19966" y="187773"/>
                        <a:pt x="20412" y="187106"/>
                        <a:pt x="21079" y="186440"/>
                      </a:cubicBezTo>
                      <a:cubicBezTo>
                        <a:pt x="22415" y="185106"/>
                        <a:pt x="24196" y="184218"/>
                        <a:pt x="25976" y="183551"/>
                      </a:cubicBezTo>
                      <a:cubicBezTo>
                        <a:pt x="26199" y="183329"/>
                        <a:pt x="26644" y="183107"/>
                        <a:pt x="26867" y="182885"/>
                      </a:cubicBezTo>
                      <a:cubicBezTo>
                        <a:pt x="26867" y="182885"/>
                        <a:pt x="27312" y="182662"/>
                        <a:pt x="27312" y="182662"/>
                      </a:cubicBezTo>
                      <a:cubicBezTo>
                        <a:pt x="27757" y="182662"/>
                        <a:pt x="27980" y="182440"/>
                        <a:pt x="28202" y="182440"/>
                      </a:cubicBezTo>
                      <a:cubicBezTo>
                        <a:pt x="35771" y="179774"/>
                        <a:pt x="74279" y="166887"/>
                        <a:pt x="107223" y="166887"/>
                      </a:cubicBezTo>
                      <a:close/>
                      <a:moveTo>
                        <a:pt x="291929" y="132875"/>
                      </a:moveTo>
                      <a:cubicBezTo>
                        <a:pt x="334656" y="135097"/>
                        <a:pt x="381167" y="151762"/>
                        <a:pt x="383170" y="152651"/>
                      </a:cubicBezTo>
                      <a:cubicBezTo>
                        <a:pt x="384283" y="153096"/>
                        <a:pt x="385173" y="153762"/>
                        <a:pt x="386063" y="154207"/>
                      </a:cubicBezTo>
                      <a:cubicBezTo>
                        <a:pt x="387621" y="155096"/>
                        <a:pt x="389178" y="155762"/>
                        <a:pt x="390291" y="156873"/>
                      </a:cubicBezTo>
                      <a:cubicBezTo>
                        <a:pt x="391626" y="157984"/>
                        <a:pt x="392294" y="159095"/>
                        <a:pt x="393184" y="160206"/>
                      </a:cubicBezTo>
                      <a:cubicBezTo>
                        <a:pt x="394074" y="161539"/>
                        <a:pt x="395187" y="162428"/>
                        <a:pt x="395855" y="163761"/>
                      </a:cubicBezTo>
                      <a:cubicBezTo>
                        <a:pt x="396522" y="165317"/>
                        <a:pt x="396967" y="166872"/>
                        <a:pt x="397412" y="168650"/>
                      </a:cubicBezTo>
                      <a:cubicBezTo>
                        <a:pt x="397635" y="169761"/>
                        <a:pt x="398303" y="170650"/>
                        <a:pt x="398303" y="171761"/>
                      </a:cubicBezTo>
                      <a:lnTo>
                        <a:pt x="416773" y="337969"/>
                      </a:lnTo>
                      <a:cubicBezTo>
                        <a:pt x="418331" y="350634"/>
                        <a:pt x="409207" y="362189"/>
                        <a:pt x="396522" y="363522"/>
                      </a:cubicBezTo>
                      <a:cubicBezTo>
                        <a:pt x="395632" y="363522"/>
                        <a:pt x="394742" y="363744"/>
                        <a:pt x="393852" y="363744"/>
                      </a:cubicBezTo>
                      <a:cubicBezTo>
                        <a:pt x="382280" y="363744"/>
                        <a:pt x="372265" y="354856"/>
                        <a:pt x="370930" y="343079"/>
                      </a:cubicBezTo>
                      <a:lnTo>
                        <a:pt x="354017" y="191759"/>
                      </a:lnTo>
                      <a:cubicBezTo>
                        <a:pt x="352014" y="191092"/>
                        <a:pt x="350012" y="190426"/>
                        <a:pt x="347564" y="189759"/>
                      </a:cubicBezTo>
                      <a:lnTo>
                        <a:pt x="347564" y="347523"/>
                      </a:lnTo>
                      <a:lnTo>
                        <a:pt x="366034" y="575948"/>
                      </a:lnTo>
                      <a:cubicBezTo>
                        <a:pt x="367370" y="591280"/>
                        <a:pt x="355798" y="604612"/>
                        <a:pt x="340665" y="605723"/>
                      </a:cubicBezTo>
                      <a:cubicBezTo>
                        <a:pt x="339775" y="605945"/>
                        <a:pt x="339107" y="605945"/>
                        <a:pt x="338440" y="605945"/>
                      </a:cubicBezTo>
                      <a:cubicBezTo>
                        <a:pt x="323974" y="605945"/>
                        <a:pt x="311957" y="594835"/>
                        <a:pt x="310622" y="580392"/>
                      </a:cubicBezTo>
                      <a:lnTo>
                        <a:pt x="294154" y="373965"/>
                      </a:lnTo>
                      <a:cubicBezTo>
                        <a:pt x="290594" y="375299"/>
                        <a:pt x="286810" y="376187"/>
                        <a:pt x="282805" y="376187"/>
                      </a:cubicBezTo>
                      <a:cubicBezTo>
                        <a:pt x="279022" y="376187"/>
                        <a:pt x="275238" y="375299"/>
                        <a:pt x="271678" y="373965"/>
                      </a:cubicBezTo>
                      <a:lnTo>
                        <a:pt x="254987" y="580392"/>
                      </a:lnTo>
                      <a:cubicBezTo>
                        <a:pt x="253875" y="594835"/>
                        <a:pt x="241858" y="605945"/>
                        <a:pt x="227393" y="605945"/>
                      </a:cubicBezTo>
                      <a:cubicBezTo>
                        <a:pt x="226725" y="605945"/>
                        <a:pt x="225835" y="605945"/>
                        <a:pt x="225167" y="605723"/>
                      </a:cubicBezTo>
                      <a:cubicBezTo>
                        <a:pt x="209812" y="604612"/>
                        <a:pt x="198462" y="591280"/>
                        <a:pt x="199798" y="575948"/>
                      </a:cubicBezTo>
                      <a:lnTo>
                        <a:pt x="218046" y="347523"/>
                      </a:lnTo>
                      <a:lnTo>
                        <a:pt x="218046" y="189759"/>
                      </a:lnTo>
                      <a:cubicBezTo>
                        <a:pt x="215821" y="190426"/>
                        <a:pt x="213595" y="191092"/>
                        <a:pt x="211815" y="191759"/>
                      </a:cubicBezTo>
                      <a:lnTo>
                        <a:pt x="194902" y="343079"/>
                      </a:lnTo>
                      <a:cubicBezTo>
                        <a:pt x="193567" y="354856"/>
                        <a:pt x="183552" y="363744"/>
                        <a:pt x="171980" y="363744"/>
                      </a:cubicBezTo>
                      <a:cubicBezTo>
                        <a:pt x="171090" y="363744"/>
                        <a:pt x="170200" y="363744"/>
                        <a:pt x="169310" y="363522"/>
                      </a:cubicBezTo>
                      <a:cubicBezTo>
                        <a:pt x="156625" y="362189"/>
                        <a:pt x="147501" y="350634"/>
                        <a:pt x="148836" y="337969"/>
                      </a:cubicBezTo>
                      <a:lnTo>
                        <a:pt x="167307" y="171761"/>
                      </a:lnTo>
                      <a:cubicBezTo>
                        <a:pt x="167530" y="170650"/>
                        <a:pt x="168197" y="169539"/>
                        <a:pt x="168420" y="168428"/>
                      </a:cubicBezTo>
                      <a:cubicBezTo>
                        <a:pt x="168865" y="166872"/>
                        <a:pt x="169087" y="165317"/>
                        <a:pt x="169977" y="163984"/>
                      </a:cubicBezTo>
                      <a:cubicBezTo>
                        <a:pt x="170645" y="162206"/>
                        <a:pt x="171980" y="160873"/>
                        <a:pt x="173093" y="159540"/>
                      </a:cubicBezTo>
                      <a:cubicBezTo>
                        <a:pt x="173761" y="158651"/>
                        <a:pt x="174206" y="157762"/>
                        <a:pt x="175096" y="157095"/>
                      </a:cubicBezTo>
                      <a:cubicBezTo>
                        <a:pt x="176876" y="155540"/>
                        <a:pt x="179102" y="154429"/>
                        <a:pt x="181327" y="153318"/>
                      </a:cubicBezTo>
                      <a:cubicBezTo>
                        <a:pt x="181772" y="153096"/>
                        <a:pt x="181995" y="152874"/>
                        <a:pt x="182440" y="152651"/>
                      </a:cubicBezTo>
                      <a:cubicBezTo>
                        <a:pt x="182662" y="152651"/>
                        <a:pt x="182885" y="152429"/>
                        <a:pt x="183107" y="152429"/>
                      </a:cubicBezTo>
                      <a:cubicBezTo>
                        <a:pt x="183552" y="152207"/>
                        <a:pt x="183775" y="152207"/>
                        <a:pt x="184220" y="151985"/>
                      </a:cubicBezTo>
                      <a:cubicBezTo>
                        <a:pt x="192899" y="148874"/>
                        <a:pt x="234959" y="135097"/>
                        <a:pt x="273903" y="133097"/>
                      </a:cubicBezTo>
                      <a:lnTo>
                        <a:pt x="279689" y="144652"/>
                      </a:lnTo>
                      <a:lnTo>
                        <a:pt x="279912" y="144652"/>
                      </a:lnTo>
                      <a:lnTo>
                        <a:pt x="264334" y="265975"/>
                      </a:lnTo>
                      <a:lnTo>
                        <a:pt x="282805" y="298194"/>
                      </a:lnTo>
                      <a:lnTo>
                        <a:pt x="301498" y="265975"/>
                      </a:lnTo>
                      <a:lnTo>
                        <a:pt x="285920" y="144652"/>
                      </a:lnTo>
                      <a:close/>
                      <a:moveTo>
                        <a:pt x="458589" y="60898"/>
                      </a:moveTo>
                      <a:cubicBezTo>
                        <a:pt x="484408" y="60898"/>
                        <a:pt x="505339" y="83772"/>
                        <a:pt x="505339" y="111988"/>
                      </a:cubicBezTo>
                      <a:cubicBezTo>
                        <a:pt x="505339" y="140204"/>
                        <a:pt x="484408" y="163078"/>
                        <a:pt x="458589" y="163078"/>
                      </a:cubicBezTo>
                      <a:cubicBezTo>
                        <a:pt x="432770" y="163078"/>
                        <a:pt x="411839" y="140204"/>
                        <a:pt x="411839" y="111988"/>
                      </a:cubicBezTo>
                      <a:cubicBezTo>
                        <a:pt x="411839" y="83772"/>
                        <a:pt x="432770" y="60898"/>
                        <a:pt x="458589" y="60898"/>
                      </a:cubicBezTo>
                      <a:close/>
                      <a:moveTo>
                        <a:pt x="107209" y="60898"/>
                      </a:moveTo>
                      <a:cubicBezTo>
                        <a:pt x="133009" y="60898"/>
                        <a:pt x="153924" y="83772"/>
                        <a:pt x="153924" y="111988"/>
                      </a:cubicBezTo>
                      <a:cubicBezTo>
                        <a:pt x="153924" y="140204"/>
                        <a:pt x="133009" y="163078"/>
                        <a:pt x="107209" y="163078"/>
                      </a:cubicBezTo>
                      <a:cubicBezTo>
                        <a:pt x="81409" y="163078"/>
                        <a:pt x="60494" y="140204"/>
                        <a:pt x="60494" y="111988"/>
                      </a:cubicBezTo>
                      <a:cubicBezTo>
                        <a:pt x="60494" y="83772"/>
                        <a:pt x="81409" y="60898"/>
                        <a:pt x="107209" y="60898"/>
                      </a:cubicBezTo>
                      <a:close/>
                      <a:moveTo>
                        <a:pt x="282810" y="0"/>
                      </a:moveTo>
                      <a:cubicBezTo>
                        <a:pt x="315137" y="0"/>
                        <a:pt x="341344" y="28655"/>
                        <a:pt x="341344" y="64003"/>
                      </a:cubicBezTo>
                      <a:cubicBezTo>
                        <a:pt x="341344" y="99351"/>
                        <a:pt x="315137" y="128006"/>
                        <a:pt x="282810" y="128006"/>
                      </a:cubicBezTo>
                      <a:cubicBezTo>
                        <a:pt x="250483" y="128006"/>
                        <a:pt x="224276" y="99351"/>
                        <a:pt x="224276" y="64003"/>
                      </a:cubicBezTo>
                      <a:cubicBezTo>
                        <a:pt x="224276" y="28655"/>
                        <a:pt x="250483" y="0"/>
                        <a:pt x="28281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</a:p>
              </p:txBody>
            </p:sp>
          </p:grpSp>
          <p:grpSp>
            <p:nvGrpSpPr>
              <p:cNvPr id="7" name="组合 6" descr="ad697af1-7b16-429a-8171-94b071bacc7f"/>
              <p:cNvGrpSpPr/>
              <p:nvPr/>
            </p:nvGrpSpPr>
            <p:grpSpPr>
              <a:xfrm>
                <a:off x="660400" y="3624480"/>
                <a:ext cx="2598488" cy="1233752"/>
                <a:chOff x="673100" y="1329756"/>
                <a:chExt cx="2786743" cy="1233752"/>
              </a:xfrm>
            </p:grpSpPr>
            <p:sp>
              <p:nvSpPr>
                <p:cNvPr id="19" name="Text1" descr="ddfb0d7d-d8ca-44a7-9ef2-7dde375245a3"/>
                <p:cNvSpPr/>
                <p:nvPr>
                  <p:custDataLst>
                    <p:tags r:id="rId5"/>
                  </p:custDataLst>
                </p:nvPr>
              </p:nvSpPr>
              <p:spPr bwMode="auto">
                <a:xfrm>
                  <a:off x="673100" y="1771561"/>
                  <a:ext cx="2786743" cy="7919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替代重复性人工，实现无人化、自动化数据采集与初步分析。</a:t>
                  </a:r>
                  <a:endParaRPr lang="zh-CN" alt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" name="Bullet1" descr="a8a75d9b-5bac-4f2d-bfe2-7616110c0c89"/>
                <p:cNvSpPr txBox="1"/>
                <p:nvPr>
                  <p:custDataLst>
                    <p:tags r:id="rId6"/>
                  </p:custDataLst>
                </p:nvPr>
              </p:nvSpPr>
              <p:spPr bwMode="auto">
                <a:xfrm>
                  <a:off x="673100" y="1329756"/>
                  <a:ext cx="2786743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lang="zh-CN" altLang="en-US" sz="1800" b="1" i="0" u="non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智能监控与巡检</a:t>
                  </a:r>
                  <a:endParaRPr lang="zh-CN" alt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" name="Freeform 8" descr="a2cf068c-7bf1-4630-80fd-5813893f8e96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2752952" y="4917752"/>
                <a:ext cx="150813" cy="142875"/>
              </a:xfrm>
              <a:custGeom>
                <a:avLst/>
                <a:gdLst>
                  <a:gd name="T0" fmla="*/ 99 w 284"/>
                  <a:gd name="T1" fmla="*/ 5 h 270"/>
                  <a:gd name="T2" fmla="*/ 284 w 284"/>
                  <a:gd name="T3" fmla="*/ 185 h 270"/>
                  <a:gd name="T4" fmla="*/ 254 w 284"/>
                  <a:gd name="T5" fmla="*/ 189 h 270"/>
                  <a:gd name="T6" fmla="*/ 224 w 284"/>
                  <a:gd name="T7" fmla="*/ 195 h 270"/>
                  <a:gd name="T8" fmla="*/ 194 w 284"/>
                  <a:gd name="T9" fmla="*/ 201 h 270"/>
                  <a:gd name="T10" fmla="*/ 165 w 284"/>
                  <a:gd name="T11" fmla="*/ 208 h 270"/>
                  <a:gd name="T12" fmla="*/ 143 w 284"/>
                  <a:gd name="T13" fmla="*/ 215 h 270"/>
                  <a:gd name="T14" fmla="*/ 122 w 284"/>
                  <a:gd name="T15" fmla="*/ 222 h 270"/>
                  <a:gd name="T16" fmla="*/ 101 w 284"/>
                  <a:gd name="T17" fmla="*/ 229 h 270"/>
                  <a:gd name="T18" fmla="*/ 81 w 284"/>
                  <a:gd name="T19" fmla="*/ 236 h 270"/>
                  <a:gd name="T20" fmla="*/ 60 w 284"/>
                  <a:gd name="T21" fmla="*/ 244 h 270"/>
                  <a:gd name="T22" fmla="*/ 40 w 284"/>
                  <a:gd name="T23" fmla="*/ 252 h 270"/>
                  <a:gd name="T24" fmla="*/ 20 w 284"/>
                  <a:gd name="T25" fmla="*/ 260 h 270"/>
                  <a:gd name="T26" fmla="*/ 0 w 284"/>
                  <a:gd name="T27" fmla="*/ 270 h 270"/>
                  <a:gd name="T28" fmla="*/ 68 w 284"/>
                  <a:gd name="T29" fmla="*/ 10 h 270"/>
                  <a:gd name="T30" fmla="*/ 71 w 284"/>
                  <a:gd name="T31" fmla="*/ 6 h 270"/>
                  <a:gd name="T32" fmla="*/ 74 w 284"/>
                  <a:gd name="T33" fmla="*/ 4 h 270"/>
                  <a:gd name="T34" fmla="*/ 78 w 284"/>
                  <a:gd name="T35" fmla="*/ 2 h 270"/>
                  <a:gd name="T36" fmla="*/ 82 w 284"/>
                  <a:gd name="T37" fmla="*/ 0 h 270"/>
                  <a:gd name="T38" fmla="*/ 86 w 284"/>
                  <a:gd name="T39" fmla="*/ 0 h 270"/>
                  <a:gd name="T40" fmla="*/ 91 w 284"/>
                  <a:gd name="T41" fmla="*/ 0 h 270"/>
                  <a:gd name="T42" fmla="*/ 95 w 284"/>
                  <a:gd name="T43" fmla="*/ 2 h 270"/>
                  <a:gd name="T44" fmla="*/ 99 w 284"/>
                  <a:gd name="T45" fmla="*/ 5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4" h="270">
                    <a:moveTo>
                      <a:pt x="99" y="5"/>
                    </a:moveTo>
                    <a:lnTo>
                      <a:pt x="284" y="185"/>
                    </a:lnTo>
                    <a:lnTo>
                      <a:pt x="254" y="189"/>
                    </a:lnTo>
                    <a:lnTo>
                      <a:pt x="224" y="195"/>
                    </a:lnTo>
                    <a:lnTo>
                      <a:pt x="194" y="201"/>
                    </a:lnTo>
                    <a:lnTo>
                      <a:pt x="165" y="208"/>
                    </a:lnTo>
                    <a:lnTo>
                      <a:pt x="143" y="215"/>
                    </a:lnTo>
                    <a:lnTo>
                      <a:pt x="122" y="222"/>
                    </a:lnTo>
                    <a:lnTo>
                      <a:pt x="101" y="229"/>
                    </a:lnTo>
                    <a:lnTo>
                      <a:pt x="81" y="236"/>
                    </a:lnTo>
                    <a:lnTo>
                      <a:pt x="60" y="244"/>
                    </a:lnTo>
                    <a:lnTo>
                      <a:pt x="40" y="252"/>
                    </a:lnTo>
                    <a:lnTo>
                      <a:pt x="20" y="260"/>
                    </a:lnTo>
                    <a:lnTo>
                      <a:pt x="0" y="270"/>
                    </a:lnTo>
                    <a:lnTo>
                      <a:pt x="68" y="10"/>
                    </a:lnTo>
                    <a:lnTo>
                      <a:pt x="71" y="6"/>
                    </a:lnTo>
                    <a:lnTo>
                      <a:pt x="74" y="4"/>
                    </a:lnTo>
                    <a:lnTo>
                      <a:pt x="78" y="2"/>
                    </a:lnTo>
                    <a:lnTo>
                      <a:pt x="82" y="0"/>
                    </a:lnTo>
                    <a:lnTo>
                      <a:pt x="86" y="0"/>
                    </a:lnTo>
                    <a:lnTo>
                      <a:pt x="91" y="0"/>
                    </a:lnTo>
                    <a:lnTo>
                      <a:pt x="95" y="2"/>
                    </a:lnTo>
                    <a:lnTo>
                      <a:pt x="99" y="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pPr algn="l"/>
              </a:p>
            </p:txBody>
          </p:sp>
        </p:grpSp>
        <p:grpSp>
          <p:nvGrpSpPr>
            <p:cNvPr id="31" name="组合 30" descr="f92f8439-1888-48e5-8491-acff2bbb3279"/>
            <p:cNvGrpSpPr/>
            <p:nvPr/>
          </p:nvGrpSpPr>
          <p:grpSpPr>
            <a:xfrm>
              <a:off x="5807754" y="4308698"/>
              <a:ext cx="4235966" cy="1786517"/>
              <a:chOff x="5807754" y="4308698"/>
              <a:chExt cx="4235966" cy="1786517"/>
            </a:xfrm>
          </p:grpSpPr>
          <p:grpSp>
            <p:nvGrpSpPr>
              <p:cNvPr id="27" name="组合 26" descr="54ed36fa-186a-45ab-b8cd-6e90854bb688"/>
              <p:cNvGrpSpPr/>
              <p:nvPr/>
            </p:nvGrpSpPr>
            <p:grpSpPr>
              <a:xfrm>
                <a:off x="5807754" y="4308698"/>
                <a:ext cx="1392535" cy="1217792"/>
                <a:chOff x="5807754" y="4308698"/>
                <a:chExt cx="1392535" cy="1217792"/>
              </a:xfrm>
            </p:grpSpPr>
            <p:grpSp>
              <p:nvGrpSpPr>
                <p:cNvPr id="5" name="组合 4" descr="2ca6dca1-0134-46c5-a7d6-c62c5925d226"/>
                <p:cNvGrpSpPr/>
                <p:nvPr/>
              </p:nvGrpSpPr>
              <p:grpSpPr>
                <a:xfrm>
                  <a:off x="5807754" y="4308698"/>
                  <a:ext cx="1217792" cy="1217792"/>
                  <a:chOff x="1081792" y="4921663"/>
                  <a:chExt cx="1217792" cy="1217792"/>
                </a:xfrm>
              </p:grpSpPr>
              <p:sp>
                <p:nvSpPr>
                  <p:cNvPr id="23" name="Unknown1" descr="a469aa22-5422-44d0-a490-9e6d79f05e52"/>
                  <p:cNvSpPr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1081792" y="4921663"/>
                    <a:ext cx="1217792" cy="1217792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ctr" anchorCtr="0">
                    <a:normAutofit/>
                  </a:bodyPr>
                  <a:lstStyle/>
                  <a:p>
                    <a:pPr algn="ctr"/>
                  </a:p>
                </p:txBody>
              </p:sp>
              <p:sp>
                <p:nvSpPr>
                  <p:cNvPr id="24" name="Icon2" descr="c2c0447a-f8d5-48be-a93f-a527fd938443"/>
                  <p:cNvSpPr/>
                  <p:nvPr>
                    <p:custDataLst>
                      <p:tags r:id="rId9"/>
                    </p:custDataLst>
                  </p:nvPr>
                </p:nvSpPr>
                <p:spPr>
                  <a:xfrm>
                    <a:off x="1420360" y="5241015"/>
                    <a:ext cx="540656" cy="579088"/>
                  </a:xfrm>
                  <a:custGeom>
                    <a:avLst/>
                    <a:gdLst>
                      <a:gd name="connsiteX0" fmla="*/ 458586 w 565731"/>
                      <a:gd name="connsiteY0" fmla="*/ 166887 h 605945"/>
                      <a:gd name="connsiteX1" fmla="*/ 538915 w 565731"/>
                      <a:gd name="connsiteY1" fmla="*/ 182885 h 605945"/>
                      <a:gd name="connsiteX2" fmla="*/ 541140 w 565731"/>
                      <a:gd name="connsiteY2" fmla="*/ 184218 h 605945"/>
                      <a:gd name="connsiteX3" fmla="*/ 544478 w 565731"/>
                      <a:gd name="connsiteY3" fmla="*/ 186217 h 605945"/>
                      <a:gd name="connsiteX4" fmla="*/ 546703 w 565731"/>
                      <a:gd name="connsiteY4" fmla="*/ 188884 h 605945"/>
                      <a:gd name="connsiteX5" fmla="*/ 548929 w 565731"/>
                      <a:gd name="connsiteY5" fmla="*/ 191772 h 605945"/>
                      <a:gd name="connsiteX6" fmla="*/ 550041 w 565731"/>
                      <a:gd name="connsiteY6" fmla="*/ 195549 h 605945"/>
                      <a:gd name="connsiteX7" fmla="*/ 550931 w 565731"/>
                      <a:gd name="connsiteY7" fmla="*/ 198215 h 605945"/>
                      <a:gd name="connsiteX8" fmla="*/ 565617 w 565731"/>
                      <a:gd name="connsiteY8" fmla="*/ 331082 h 605945"/>
                      <a:gd name="connsiteX9" fmla="*/ 549374 w 565731"/>
                      <a:gd name="connsiteY9" fmla="*/ 351301 h 605945"/>
                      <a:gd name="connsiteX10" fmla="*/ 547371 w 565731"/>
                      <a:gd name="connsiteY10" fmla="*/ 351524 h 605945"/>
                      <a:gd name="connsiteX11" fmla="*/ 528902 w 565731"/>
                      <a:gd name="connsiteY11" fmla="*/ 335082 h 605945"/>
                      <a:gd name="connsiteX12" fmla="*/ 515551 w 565731"/>
                      <a:gd name="connsiteY12" fmla="*/ 213991 h 605945"/>
                      <a:gd name="connsiteX13" fmla="*/ 510433 w 565731"/>
                      <a:gd name="connsiteY13" fmla="*/ 212657 h 605945"/>
                      <a:gd name="connsiteX14" fmla="*/ 510433 w 565731"/>
                      <a:gd name="connsiteY14" fmla="*/ 338415 h 605945"/>
                      <a:gd name="connsiteX15" fmla="*/ 525119 w 565731"/>
                      <a:gd name="connsiteY15" fmla="*/ 521051 h 605945"/>
                      <a:gd name="connsiteX16" fmla="*/ 504647 w 565731"/>
                      <a:gd name="connsiteY16" fmla="*/ 544825 h 605945"/>
                      <a:gd name="connsiteX17" fmla="*/ 502867 w 565731"/>
                      <a:gd name="connsiteY17" fmla="*/ 545047 h 605945"/>
                      <a:gd name="connsiteX18" fmla="*/ 480838 w 565731"/>
                      <a:gd name="connsiteY18" fmla="*/ 524606 h 605945"/>
                      <a:gd name="connsiteX19" fmla="*/ 467487 w 565731"/>
                      <a:gd name="connsiteY19" fmla="*/ 359522 h 605945"/>
                      <a:gd name="connsiteX20" fmla="*/ 458586 w 565731"/>
                      <a:gd name="connsiteY20" fmla="*/ 361522 h 605945"/>
                      <a:gd name="connsiteX21" fmla="*/ 449685 w 565731"/>
                      <a:gd name="connsiteY21" fmla="*/ 359522 h 605945"/>
                      <a:gd name="connsiteX22" fmla="*/ 436334 w 565731"/>
                      <a:gd name="connsiteY22" fmla="*/ 524606 h 605945"/>
                      <a:gd name="connsiteX23" fmla="*/ 414305 w 565731"/>
                      <a:gd name="connsiteY23" fmla="*/ 545047 h 605945"/>
                      <a:gd name="connsiteX24" fmla="*/ 412525 w 565731"/>
                      <a:gd name="connsiteY24" fmla="*/ 544825 h 605945"/>
                      <a:gd name="connsiteX25" fmla="*/ 392276 w 565731"/>
                      <a:gd name="connsiteY25" fmla="*/ 521051 h 605945"/>
                      <a:gd name="connsiteX26" fmla="*/ 403402 w 565731"/>
                      <a:gd name="connsiteY26" fmla="*/ 380852 h 605945"/>
                      <a:gd name="connsiteX27" fmla="*/ 426321 w 565731"/>
                      <a:gd name="connsiteY27" fmla="*/ 366632 h 605945"/>
                      <a:gd name="connsiteX28" fmla="*/ 435222 w 565731"/>
                      <a:gd name="connsiteY28" fmla="*/ 335971 h 605945"/>
                      <a:gd name="connsiteX29" fmla="*/ 416975 w 565731"/>
                      <a:gd name="connsiteY29" fmla="*/ 171998 h 605945"/>
                      <a:gd name="connsiteX30" fmla="*/ 458586 w 565731"/>
                      <a:gd name="connsiteY30" fmla="*/ 166887 h 605945"/>
                      <a:gd name="connsiteX31" fmla="*/ 107223 w 565731"/>
                      <a:gd name="connsiteY31" fmla="*/ 166887 h 605945"/>
                      <a:gd name="connsiteX32" fmla="*/ 148848 w 565731"/>
                      <a:gd name="connsiteY32" fmla="*/ 171998 h 605945"/>
                      <a:gd name="connsiteX33" fmla="*/ 130595 w 565731"/>
                      <a:gd name="connsiteY33" fmla="*/ 335971 h 605945"/>
                      <a:gd name="connsiteX34" fmla="*/ 139499 w 565731"/>
                      <a:gd name="connsiteY34" fmla="*/ 366632 h 605945"/>
                      <a:gd name="connsiteX35" fmla="*/ 162204 w 565731"/>
                      <a:gd name="connsiteY35" fmla="*/ 380852 h 605945"/>
                      <a:gd name="connsiteX36" fmla="*/ 173556 w 565731"/>
                      <a:gd name="connsiteY36" fmla="*/ 521051 h 605945"/>
                      <a:gd name="connsiteX37" fmla="*/ 153300 w 565731"/>
                      <a:gd name="connsiteY37" fmla="*/ 545047 h 605945"/>
                      <a:gd name="connsiteX38" fmla="*/ 151519 w 565731"/>
                      <a:gd name="connsiteY38" fmla="*/ 545047 h 605945"/>
                      <a:gd name="connsiteX39" fmla="*/ 129483 w 565731"/>
                      <a:gd name="connsiteY39" fmla="*/ 524606 h 605945"/>
                      <a:gd name="connsiteX40" fmla="*/ 116127 w 565731"/>
                      <a:gd name="connsiteY40" fmla="*/ 359522 h 605945"/>
                      <a:gd name="connsiteX41" fmla="*/ 107223 w 565731"/>
                      <a:gd name="connsiteY41" fmla="*/ 361522 h 605945"/>
                      <a:gd name="connsiteX42" fmla="*/ 98097 w 565731"/>
                      <a:gd name="connsiteY42" fmla="*/ 359522 h 605945"/>
                      <a:gd name="connsiteX43" fmla="*/ 84964 w 565731"/>
                      <a:gd name="connsiteY43" fmla="*/ 524606 h 605945"/>
                      <a:gd name="connsiteX44" fmla="*/ 62704 w 565731"/>
                      <a:gd name="connsiteY44" fmla="*/ 545047 h 605945"/>
                      <a:gd name="connsiteX45" fmla="*/ 60924 w 565731"/>
                      <a:gd name="connsiteY45" fmla="*/ 545047 h 605945"/>
                      <a:gd name="connsiteX46" fmla="*/ 40668 w 565731"/>
                      <a:gd name="connsiteY46" fmla="*/ 521051 h 605945"/>
                      <a:gd name="connsiteX47" fmla="*/ 55359 w 565731"/>
                      <a:gd name="connsiteY47" fmla="*/ 338415 h 605945"/>
                      <a:gd name="connsiteX48" fmla="*/ 55359 w 565731"/>
                      <a:gd name="connsiteY48" fmla="*/ 212657 h 605945"/>
                      <a:gd name="connsiteX49" fmla="*/ 50239 w 565731"/>
                      <a:gd name="connsiteY49" fmla="*/ 213991 h 605945"/>
                      <a:gd name="connsiteX50" fmla="*/ 36884 w 565731"/>
                      <a:gd name="connsiteY50" fmla="*/ 335082 h 605945"/>
                      <a:gd name="connsiteX51" fmla="*/ 18408 w 565731"/>
                      <a:gd name="connsiteY51" fmla="*/ 351524 h 605945"/>
                      <a:gd name="connsiteX52" fmla="*/ 16405 w 565731"/>
                      <a:gd name="connsiteY52" fmla="*/ 351301 h 605945"/>
                      <a:gd name="connsiteX53" fmla="*/ 156 w 565731"/>
                      <a:gd name="connsiteY53" fmla="*/ 331082 h 605945"/>
                      <a:gd name="connsiteX54" fmla="*/ 14847 w 565731"/>
                      <a:gd name="connsiteY54" fmla="*/ 198215 h 605945"/>
                      <a:gd name="connsiteX55" fmla="*/ 15737 w 565731"/>
                      <a:gd name="connsiteY55" fmla="*/ 195549 h 605945"/>
                      <a:gd name="connsiteX56" fmla="*/ 16850 w 565731"/>
                      <a:gd name="connsiteY56" fmla="*/ 191772 h 605945"/>
                      <a:gd name="connsiteX57" fmla="*/ 19299 w 565731"/>
                      <a:gd name="connsiteY57" fmla="*/ 188439 h 605945"/>
                      <a:gd name="connsiteX58" fmla="*/ 21079 w 565731"/>
                      <a:gd name="connsiteY58" fmla="*/ 186440 h 605945"/>
                      <a:gd name="connsiteX59" fmla="*/ 25976 w 565731"/>
                      <a:gd name="connsiteY59" fmla="*/ 183551 h 605945"/>
                      <a:gd name="connsiteX60" fmla="*/ 26867 w 565731"/>
                      <a:gd name="connsiteY60" fmla="*/ 182885 h 605945"/>
                      <a:gd name="connsiteX61" fmla="*/ 27312 w 565731"/>
                      <a:gd name="connsiteY61" fmla="*/ 182662 h 605945"/>
                      <a:gd name="connsiteX62" fmla="*/ 28202 w 565731"/>
                      <a:gd name="connsiteY62" fmla="*/ 182440 h 605945"/>
                      <a:gd name="connsiteX63" fmla="*/ 107223 w 565731"/>
                      <a:gd name="connsiteY63" fmla="*/ 166887 h 605945"/>
                      <a:gd name="connsiteX64" fmla="*/ 291929 w 565731"/>
                      <a:gd name="connsiteY64" fmla="*/ 132875 h 605945"/>
                      <a:gd name="connsiteX65" fmla="*/ 383170 w 565731"/>
                      <a:gd name="connsiteY65" fmla="*/ 152651 h 605945"/>
                      <a:gd name="connsiteX66" fmla="*/ 386063 w 565731"/>
                      <a:gd name="connsiteY66" fmla="*/ 154207 h 605945"/>
                      <a:gd name="connsiteX67" fmla="*/ 390291 w 565731"/>
                      <a:gd name="connsiteY67" fmla="*/ 156873 h 605945"/>
                      <a:gd name="connsiteX68" fmla="*/ 393184 w 565731"/>
                      <a:gd name="connsiteY68" fmla="*/ 160206 h 605945"/>
                      <a:gd name="connsiteX69" fmla="*/ 395855 w 565731"/>
                      <a:gd name="connsiteY69" fmla="*/ 163761 h 605945"/>
                      <a:gd name="connsiteX70" fmla="*/ 397412 w 565731"/>
                      <a:gd name="connsiteY70" fmla="*/ 168650 h 605945"/>
                      <a:gd name="connsiteX71" fmla="*/ 398303 w 565731"/>
                      <a:gd name="connsiteY71" fmla="*/ 171761 h 605945"/>
                      <a:gd name="connsiteX72" fmla="*/ 416773 w 565731"/>
                      <a:gd name="connsiteY72" fmla="*/ 337969 h 605945"/>
                      <a:gd name="connsiteX73" fmla="*/ 396522 w 565731"/>
                      <a:gd name="connsiteY73" fmla="*/ 363522 h 605945"/>
                      <a:gd name="connsiteX74" fmla="*/ 393852 w 565731"/>
                      <a:gd name="connsiteY74" fmla="*/ 363744 h 605945"/>
                      <a:gd name="connsiteX75" fmla="*/ 370930 w 565731"/>
                      <a:gd name="connsiteY75" fmla="*/ 343079 h 605945"/>
                      <a:gd name="connsiteX76" fmla="*/ 354017 w 565731"/>
                      <a:gd name="connsiteY76" fmla="*/ 191759 h 605945"/>
                      <a:gd name="connsiteX77" fmla="*/ 347564 w 565731"/>
                      <a:gd name="connsiteY77" fmla="*/ 189759 h 605945"/>
                      <a:gd name="connsiteX78" fmla="*/ 347564 w 565731"/>
                      <a:gd name="connsiteY78" fmla="*/ 347523 h 605945"/>
                      <a:gd name="connsiteX79" fmla="*/ 366034 w 565731"/>
                      <a:gd name="connsiteY79" fmla="*/ 575948 h 605945"/>
                      <a:gd name="connsiteX80" fmla="*/ 340665 w 565731"/>
                      <a:gd name="connsiteY80" fmla="*/ 605723 h 605945"/>
                      <a:gd name="connsiteX81" fmla="*/ 338440 w 565731"/>
                      <a:gd name="connsiteY81" fmla="*/ 605945 h 605945"/>
                      <a:gd name="connsiteX82" fmla="*/ 310622 w 565731"/>
                      <a:gd name="connsiteY82" fmla="*/ 580392 h 605945"/>
                      <a:gd name="connsiteX83" fmla="*/ 294154 w 565731"/>
                      <a:gd name="connsiteY83" fmla="*/ 373965 h 605945"/>
                      <a:gd name="connsiteX84" fmla="*/ 282805 w 565731"/>
                      <a:gd name="connsiteY84" fmla="*/ 376187 h 605945"/>
                      <a:gd name="connsiteX85" fmla="*/ 271678 w 565731"/>
                      <a:gd name="connsiteY85" fmla="*/ 373965 h 605945"/>
                      <a:gd name="connsiteX86" fmla="*/ 254987 w 565731"/>
                      <a:gd name="connsiteY86" fmla="*/ 580392 h 605945"/>
                      <a:gd name="connsiteX87" fmla="*/ 227393 w 565731"/>
                      <a:gd name="connsiteY87" fmla="*/ 605945 h 605945"/>
                      <a:gd name="connsiteX88" fmla="*/ 225167 w 565731"/>
                      <a:gd name="connsiteY88" fmla="*/ 605723 h 605945"/>
                      <a:gd name="connsiteX89" fmla="*/ 199798 w 565731"/>
                      <a:gd name="connsiteY89" fmla="*/ 575948 h 605945"/>
                      <a:gd name="connsiteX90" fmla="*/ 218046 w 565731"/>
                      <a:gd name="connsiteY90" fmla="*/ 347523 h 605945"/>
                      <a:gd name="connsiteX91" fmla="*/ 218046 w 565731"/>
                      <a:gd name="connsiteY91" fmla="*/ 189759 h 605945"/>
                      <a:gd name="connsiteX92" fmla="*/ 211815 w 565731"/>
                      <a:gd name="connsiteY92" fmla="*/ 191759 h 605945"/>
                      <a:gd name="connsiteX93" fmla="*/ 194902 w 565731"/>
                      <a:gd name="connsiteY93" fmla="*/ 343079 h 605945"/>
                      <a:gd name="connsiteX94" fmla="*/ 171980 w 565731"/>
                      <a:gd name="connsiteY94" fmla="*/ 363744 h 605945"/>
                      <a:gd name="connsiteX95" fmla="*/ 169310 w 565731"/>
                      <a:gd name="connsiteY95" fmla="*/ 363522 h 605945"/>
                      <a:gd name="connsiteX96" fmla="*/ 148836 w 565731"/>
                      <a:gd name="connsiteY96" fmla="*/ 337969 h 605945"/>
                      <a:gd name="connsiteX97" fmla="*/ 167307 w 565731"/>
                      <a:gd name="connsiteY97" fmla="*/ 171761 h 605945"/>
                      <a:gd name="connsiteX98" fmla="*/ 168420 w 565731"/>
                      <a:gd name="connsiteY98" fmla="*/ 168428 h 605945"/>
                      <a:gd name="connsiteX99" fmla="*/ 169977 w 565731"/>
                      <a:gd name="connsiteY99" fmla="*/ 163984 h 605945"/>
                      <a:gd name="connsiteX100" fmla="*/ 173093 w 565731"/>
                      <a:gd name="connsiteY100" fmla="*/ 159540 h 605945"/>
                      <a:gd name="connsiteX101" fmla="*/ 175096 w 565731"/>
                      <a:gd name="connsiteY101" fmla="*/ 157095 h 605945"/>
                      <a:gd name="connsiteX102" fmla="*/ 181327 w 565731"/>
                      <a:gd name="connsiteY102" fmla="*/ 153318 h 605945"/>
                      <a:gd name="connsiteX103" fmla="*/ 182440 w 565731"/>
                      <a:gd name="connsiteY103" fmla="*/ 152651 h 605945"/>
                      <a:gd name="connsiteX104" fmla="*/ 183107 w 565731"/>
                      <a:gd name="connsiteY104" fmla="*/ 152429 h 605945"/>
                      <a:gd name="connsiteX105" fmla="*/ 184220 w 565731"/>
                      <a:gd name="connsiteY105" fmla="*/ 151985 h 605945"/>
                      <a:gd name="connsiteX106" fmla="*/ 273903 w 565731"/>
                      <a:gd name="connsiteY106" fmla="*/ 133097 h 605945"/>
                      <a:gd name="connsiteX107" fmla="*/ 279689 w 565731"/>
                      <a:gd name="connsiteY107" fmla="*/ 144652 h 605945"/>
                      <a:gd name="connsiteX108" fmla="*/ 279912 w 565731"/>
                      <a:gd name="connsiteY108" fmla="*/ 144652 h 605945"/>
                      <a:gd name="connsiteX109" fmla="*/ 264334 w 565731"/>
                      <a:gd name="connsiteY109" fmla="*/ 265975 h 605945"/>
                      <a:gd name="connsiteX110" fmla="*/ 282805 w 565731"/>
                      <a:gd name="connsiteY110" fmla="*/ 298194 h 605945"/>
                      <a:gd name="connsiteX111" fmla="*/ 301498 w 565731"/>
                      <a:gd name="connsiteY111" fmla="*/ 265975 h 605945"/>
                      <a:gd name="connsiteX112" fmla="*/ 285920 w 565731"/>
                      <a:gd name="connsiteY112" fmla="*/ 144652 h 605945"/>
                      <a:gd name="connsiteX113" fmla="*/ 458589 w 565731"/>
                      <a:gd name="connsiteY113" fmla="*/ 60898 h 605945"/>
                      <a:gd name="connsiteX114" fmla="*/ 505339 w 565731"/>
                      <a:gd name="connsiteY114" fmla="*/ 111988 h 605945"/>
                      <a:gd name="connsiteX115" fmla="*/ 458589 w 565731"/>
                      <a:gd name="connsiteY115" fmla="*/ 163078 h 605945"/>
                      <a:gd name="connsiteX116" fmla="*/ 411839 w 565731"/>
                      <a:gd name="connsiteY116" fmla="*/ 111988 h 605945"/>
                      <a:gd name="connsiteX117" fmla="*/ 458589 w 565731"/>
                      <a:gd name="connsiteY117" fmla="*/ 60898 h 605945"/>
                      <a:gd name="connsiteX118" fmla="*/ 107209 w 565731"/>
                      <a:gd name="connsiteY118" fmla="*/ 60898 h 605945"/>
                      <a:gd name="connsiteX119" fmla="*/ 153924 w 565731"/>
                      <a:gd name="connsiteY119" fmla="*/ 111988 h 605945"/>
                      <a:gd name="connsiteX120" fmla="*/ 107209 w 565731"/>
                      <a:gd name="connsiteY120" fmla="*/ 163078 h 605945"/>
                      <a:gd name="connsiteX121" fmla="*/ 60494 w 565731"/>
                      <a:gd name="connsiteY121" fmla="*/ 111988 h 605945"/>
                      <a:gd name="connsiteX122" fmla="*/ 107209 w 565731"/>
                      <a:gd name="connsiteY122" fmla="*/ 60898 h 605945"/>
                      <a:gd name="connsiteX123" fmla="*/ 282810 w 565731"/>
                      <a:gd name="connsiteY123" fmla="*/ 0 h 605945"/>
                      <a:gd name="connsiteX124" fmla="*/ 341344 w 565731"/>
                      <a:gd name="connsiteY124" fmla="*/ 64003 h 605945"/>
                      <a:gd name="connsiteX125" fmla="*/ 282810 w 565731"/>
                      <a:gd name="connsiteY125" fmla="*/ 128006 h 605945"/>
                      <a:gd name="connsiteX126" fmla="*/ 224276 w 565731"/>
                      <a:gd name="connsiteY126" fmla="*/ 64003 h 605945"/>
                      <a:gd name="connsiteX127" fmla="*/ 282810 w 565731"/>
                      <a:gd name="connsiteY127" fmla="*/ 0 h 6059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</a:cxnLst>
                    <a:rect l="l" t="t" r="r" b="b"/>
                    <a:pathLst>
                      <a:path w="565731" h="605945">
                        <a:moveTo>
                          <a:pt x="458586" y="166887"/>
                        </a:moveTo>
                        <a:cubicBezTo>
                          <a:pt x="494634" y="166887"/>
                          <a:pt x="537135" y="182218"/>
                          <a:pt x="538915" y="182885"/>
                        </a:cubicBezTo>
                        <a:cubicBezTo>
                          <a:pt x="539583" y="183107"/>
                          <a:pt x="540250" y="183773"/>
                          <a:pt x="541140" y="184218"/>
                        </a:cubicBezTo>
                        <a:cubicBezTo>
                          <a:pt x="542253" y="184884"/>
                          <a:pt x="543366" y="185329"/>
                          <a:pt x="544478" y="186217"/>
                        </a:cubicBezTo>
                        <a:cubicBezTo>
                          <a:pt x="545368" y="187106"/>
                          <a:pt x="546036" y="187995"/>
                          <a:pt x="546703" y="188884"/>
                        </a:cubicBezTo>
                        <a:cubicBezTo>
                          <a:pt x="547593" y="189772"/>
                          <a:pt x="548261" y="190661"/>
                          <a:pt x="548929" y="191772"/>
                        </a:cubicBezTo>
                        <a:cubicBezTo>
                          <a:pt x="549596" y="193105"/>
                          <a:pt x="549819" y="194216"/>
                          <a:pt x="550041" y="195549"/>
                        </a:cubicBezTo>
                        <a:cubicBezTo>
                          <a:pt x="550264" y="196438"/>
                          <a:pt x="550709" y="197327"/>
                          <a:pt x="550931" y="198215"/>
                        </a:cubicBezTo>
                        <a:lnTo>
                          <a:pt x="565617" y="331082"/>
                        </a:lnTo>
                        <a:cubicBezTo>
                          <a:pt x="566730" y="341081"/>
                          <a:pt x="559609" y="350190"/>
                          <a:pt x="549374" y="351301"/>
                        </a:cubicBezTo>
                        <a:cubicBezTo>
                          <a:pt x="548706" y="351524"/>
                          <a:pt x="548038" y="351524"/>
                          <a:pt x="547371" y="351524"/>
                        </a:cubicBezTo>
                        <a:cubicBezTo>
                          <a:pt x="538025" y="351524"/>
                          <a:pt x="530015" y="344414"/>
                          <a:pt x="528902" y="335082"/>
                        </a:cubicBezTo>
                        <a:lnTo>
                          <a:pt x="515551" y="213991"/>
                        </a:lnTo>
                        <a:cubicBezTo>
                          <a:pt x="513993" y="213546"/>
                          <a:pt x="512213" y="213102"/>
                          <a:pt x="510433" y="212657"/>
                        </a:cubicBezTo>
                        <a:lnTo>
                          <a:pt x="510433" y="338415"/>
                        </a:lnTo>
                        <a:lnTo>
                          <a:pt x="525119" y="521051"/>
                        </a:lnTo>
                        <a:cubicBezTo>
                          <a:pt x="526009" y="533271"/>
                          <a:pt x="516886" y="543936"/>
                          <a:pt x="504647" y="544825"/>
                        </a:cubicBezTo>
                        <a:cubicBezTo>
                          <a:pt x="504202" y="545047"/>
                          <a:pt x="503535" y="545047"/>
                          <a:pt x="502867" y="545047"/>
                        </a:cubicBezTo>
                        <a:cubicBezTo>
                          <a:pt x="491519" y="545047"/>
                          <a:pt x="481728" y="536160"/>
                          <a:pt x="480838" y="524606"/>
                        </a:cubicBezTo>
                        <a:lnTo>
                          <a:pt x="467487" y="359522"/>
                        </a:lnTo>
                        <a:cubicBezTo>
                          <a:pt x="464817" y="360855"/>
                          <a:pt x="461924" y="361522"/>
                          <a:pt x="458586" y="361522"/>
                        </a:cubicBezTo>
                        <a:cubicBezTo>
                          <a:pt x="455471" y="361522"/>
                          <a:pt x="452356" y="360855"/>
                          <a:pt x="449685" y="359522"/>
                        </a:cubicBezTo>
                        <a:lnTo>
                          <a:pt x="436334" y="524606"/>
                        </a:lnTo>
                        <a:cubicBezTo>
                          <a:pt x="435444" y="536160"/>
                          <a:pt x="425653" y="545047"/>
                          <a:pt x="414305" y="545047"/>
                        </a:cubicBezTo>
                        <a:cubicBezTo>
                          <a:pt x="413637" y="545047"/>
                          <a:pt x="413192" y="545047"/>
                          <a:pt x="412525" y="544825"/>
                        </a:cubicBezTo>
                        <a:cubicBezTo>
                          <a:pt x="400286" y="543936"/>
                          <a:pt x="391163" y="533271"/>
                          <a:pt x="392276" y="521051"/>
                        </a:cubicBezTo>
                        <a:lnTo>
                          <a:pt x="403402" y="380852"/>
                        </a:lnTo>
                        <a:cubicBezTo>
                          <a:pt x="412525" y="378630"/>
                          <a:pt x="420535" y="373964"/>
                          <a:pt x="426321" y="366632"/>
                        </a:cubicBezTo>
                        <a:cubicBezTo>
                          <a:pt x="433219" y="357967"/>
                          <a:pt x="436557" y="347080"/>
                          <a:pt x="435222" y="335971"/>
                        </a:cubicBezTo>
                        <a:lnTo>
                          <a:pt x="416975" y="171998"/>
                        </a:lnTo>
                        <a:cubicBezTo>
                          <a:pt x="430104" y="169331"/>
                          <a:pt x="444790" y="166887"/>
                          <a:pt x="458586" y="166887"/>
                        </a:cubicBezTo>
                        <a:close/>
                        <a:moveTo>
                          <a:pt x="107223" y="166887"/>
                        </a:moveTo>
                        <a:cubicBezTo>
                          <a:pt x="121024" y="166887"/>
                          <a:pt x="135715" y="169331"/>
                          <a:pt x="148848" y="171998"/>
                        </a:cubicBezTo>
                        <a:lnTo>
                          <a:pt x="130595" y="335971"/>
                        </a:lnTo>
                        <a:cubicBezTo>
                          <a:pt x="129260" y="347080"/>
                          <a:pt x="132376" y="357967"/>
                          <a:pt x="139499" y="366632"/>
                        </a:cubicBezTo>
                        <a:cubicBezTo>
                          <a:pt x="145287" y="373964"/>
                          <a:pt x="153300" y="378852"/>
                          <a:pt x="162204" y="380852"/>
                        </a:cubicBezTo>
                        <a:lnTo>
                          <a:pt x="173556" y="521051"/>
                        </a:lnTo>
                        <a:cubicBezTo>
                          <a:pt x="174669" y="533271"/>
                          <a:pt x="165543" y="543936"/>
                          <a:pt x="153300" y="545047"/>
                        </a:cubicBezTo>
                        <a:cubicBezTo>
                          <a:pt x="152632" y="545047"/>
                          <a:pt x="151964" y="545047"/>
                          <a:pt x="151519" y="545047"/>
                        </a:cubicBezTo>
                        <a:cubicBezTo>
                          <a:pt x="139944" y="545047"/>
                          <a:pt x="130373" y="536160"/>
                          <a:pt x="129483" y="524606"/>
                        </a:cubicBezTo>
                        <a:lnTo>
                          <a:pt x="116127" y="359522"/>
                        </a:lnTo>
                        <a:cubicBezTo>
                          <a:pt x="113456" y="360855"/>
                          <a:pt x="110339" y="361522"/>
                          <a:pt x="107223" y="361522"/>
                        </a:cubicBezTo>
                        <a:cubicBezTo>
                          <a:pt x="103884" y="361522"/>
                          <a:pt x="100991" y="360855"/>
                          <a:pt x="98097" y="359522"/>
                        </a:cubicBezTo>
                        <a:lnTo>
                          <a:pt x="84964" y="524606"/>
                        </a:lnTo>
                        <a:cubicBezTo>
                          <a:pt x="84073" y="536160"/>
                          <a:pt x="74279" y="545047"/>
                          <a:pt x="62704" y="545047"/>
                        </a:cubicBezTo>
                        <a:cubicBezTo>
                          <a:pt x="62259" y="545047"/>
                          <a:pt x="61591" y="545047"/>
                          <a:pt x="60924" y="545047"/>
                        </a:cubicBezTo>
                        <a:cubicBezTo>
                          <a:pt x="48904" y="543936"/>
                          <a:pt x="39777" y="533271"/>
                          <a:pt x="40668" y="521051"/>
                        </a:cubicBezTo>
                        <a:lnTo>
                          <a:pt x="55359" y="338415"/>
                        </a:lnTo>
                        <a:lnTo>
                          <a:pt x="55359" y="212657"/>
                        </a:lnTo>
                        <a:cubicBezTo>
                          <a:pt x="53578" y="213102"/>
                          <a:pt x="51797" y="213546"/>
                          <a:pt x="50239" y="213991"/>
                        </a:cubicBezTo>
                        <a:lnTo>
                          <a:pt x="36884" y="335082"/>
                        </a:lnTo>
                        <a:cubicBezTo>
                          <a:pt x="35771" y="344636"/>
                          <a:pt x="27757" y="351524"/>
                          <a:pt x="18408" y="351524"/>
                        </a:cubicBezTo>
                        <a:cubicBezTo>
                          <a:pt x="17740" y="351524"/>
                          <a:pt x="17073" y="351524"/>
                          <a:pt x="16405" y="351301"/>
                        </a:cubicBezTo>
                        <a:cubicBezTo>
                          <a:pt x="6166" y="350190"/>
                          <a:pt x="-1180" y="341081"/>
                          <a:pt x="156" y="331082"/>
                        </a:cubicBezTo>
                        <a:lnTo>
                          <a:pt x="14847" y="198215"/>
                        </a:lnTo>
                        <a:cubicBezTo>
                          <a:pt x="14847" y="197104"/>
                          <a:pt x="15515" y="196438"/>
                          <a:pt x="15737" y="195549"/>
                        </a:cubicBezTo>
                        <a:cubicBezTo>
                          <a:pt x="15960" y="194216"/>
                          <a:pt x="16182" y="193105"/>
                          <a:pt x="16850" y="191772"/>
                        </a:cubicBezTo>
                        <a:cubicBezTo>
                          <a:pt x="17518" y="190661"/>
                          <a:pt x="18408" y="189550"/>
                          <a:pt x="19299" y="188439"/>
                        </a:cubicBezTo>
                        <a:cubicBezTo>
                          <a:pt x="19966" y="187773"/>
                          <a:pt x="20412" y="187106"/>
                          <a:pt x="21079" y="186440"/>
                        </a:cubicBezTo>
                        <a:cubicBezTo>
                          <a:pt x="22415" y="185106"/>
                          <a:pt x="24196" y="184218"/>
                          <a:pt x="25976" y="183551"/>
                        </a:cubicBezTo>
                        <a:cubicBezTo>
                          <a:pt x="26199" y="183329"/>
                          <a:pt x="26644" y="183107"/>
                          <a:pt x="26867" y="182885"/>
                        </a:cubicBezTo>
                        <a:cubicBezTo>
                          <a:pt x="26867" y="182885"/>
                          <a:pt x="27312" y="182662"/>
                          <a:pt x="27312" y="182662"/>
                        </a:cubicBezTo>
                        <a:cubicBezTo>
                          <a:pt x="27757" y="182662"/>
                          <a:pt x="27980" y="182440"/>
                          <a:pt x="28202" y="182440"/>
                        </a:cubicBezTo>
                        <a:cubicBezTo>
                          <a:pt x="35771" y="179774"/>
                          <a:pt x="74279" y="166887"/>
                          <a:pt x="107223" y="166887"/>
                        </a:cubicBezTo>
                        <a:close/>
                        <a:moveTo>
                          <a:pt x="291929" y="132875"/>
                        </a:moveTo>
                        <a:cubicBezTo>
                          <a:pt x="334656" y="135097"/>
                          <a:pt x="381167" y="151762"/>
                          <a:pt x="383170" y="152651"/>
                        </a:cubicBezTo>
                        <a:cubicBezTo>
                          <a:pt x="384283" y="153096"/>
                          <a:pt x="385173" y="153762"/>
                          <a:pt x="386063" y="154207"/>
                        </a:cubicBezTo>
                        <a:cubicBezTo>
                          <a:pt x="387621" y="155096"/>
                          <a:pt x="389178" y="155762"/>
                          <a:pt x="390291" y="156873"/>
                        </a:cubicBezTo>
                        <a:cubicBezTo>
                          <a:pt x="391626" y="157984"/>
                          <a:pt x="392294" y="159095"/>
                          <a:pt x="393184" y="160206"/>
                        </a:cubicBezTo>
                        <a:cubicBezTo>
                          <a:pt x="394074" y="161539"/>
                          <a:pt x="395187" y="162428"/>
                          <a:pt x="395855" y="163761"/>
                        </a:cubicBezTo>
                        <a:cubicBezTo>
                          <a:pt x="396522" y="165317"/>
                          <a:pt x="396967" y="166872"/>
                          <a:pt x="397412" y="168650"/>
                        </a:cubicBezTo>
                        <a:cubicBezTo>
                          <a:pt x="397635" y="169761"/>
                          <a:pt x="398303" y="170650"/>
                          <a:pt x="398303" y="171761"/>
                        </a:cubicBezTo>
                        <a:lnTo>
                          <a:pt x="416773" y="337969"/>
                        </a:lnTo>
                        <a:cubicBezTo>
                          <a:pt x="418331" y="350634"/>
                          <a:pt x="409207" y="362189"/>
                          <a:pt x="396522" y="363522"/>
                        </a:cubicBezTo>
                        <a:cubicBezTo>
                          <a:pt x="395632" y="363522"/>
                          <a:pt x="394742" y="363744"/>
                          <a:pt x="393852" y="363744"/>
                        </a:cubicBezTo>
                        <a:cubicBezTo>
                          <a:pt x="382280" y="363744"/>
                          <a:pt x="372265" y="354856"/>
                          <a:pt x="370930" y="343079"/>
                        </a:cubicBezTo>
                        <a:lnTo>
                          <a:pt x="354017" y="191759"/>
                        </a:lnTo>
                        <a:cubicBezTo>
                          <a:pt x="352014" y="191092"/>
                          <a:pt x="350012" y="190426"/>
                          <a:pt x="347564" y="189759"/>
                        </a:cubicBezTo>
                        <a:lnTo>
                          <a:pt x="347564" y="347523"/>
                        </a:lnTo>
                        <a:lnTo>
                          <a:pt x="366034" y="575948"/>
                        </a:lnTo>
                        <a:cubicBezTo>
                          <a:pt x="367370" y="591280"/>
                          <a:pt x="355798" y="604612"/>
                          <a:pt x="340665" y="605723"/>
                        </a:cubicBezTo>
                        <a:cubicBezTo>
                          <a:pt x="339775" y="605945"/>
                          <a:pt x="339107" y="605945"/>
                          <a:pt x="338440" y="605945"/>
                        </a:cubicBezTo>
                        <a:cubicBezTo>
                          <a:pt x="323974" y="605945"/>
                          <a:pt x="311957" y="594835"/>
                          <a:pt x="310622" y="580392"/>
                        </a:cubicBezTo>
                        <a:lnTo>
                          <a:pt x="294154" y="373965"/>
                        </a:lnTo>
                        <a:cubicBezTo>
                          <a:pt x="290594" y="375299"/>
                          <a:pt x="286810" y="376187"/>
                          <a:pt x="282805" y="376187"/>
                        </a:cubicBezTo>
                        <a:cubicBezTo>
                          <a:pt x="279022" y="376187"/>
                          <a:pt x="275238" y="375299"/>
                          <a:pt x="271678" y="373965"/>
                        </a:cubicBezTo>
                        <a:lnTo>
                          <a:pt x="254987" y="580392"/>
                        </a:lnTo>
                        <a:cubicBezTo>
                          <a:pt x="253875" y="594835"/>
                          <a:pt x="241858" y="605945"/>
                          <a:pt x="227393" y="605945"/>
                        </a:cubicBezTo>
                        <a:cubicBezTo>
                          <a:pt x="226725" y="605945"/>
                          <a:pt x="225835" y="605945"/>
                          <a:pt x="225167" y="605723"/>
                        </a:cubicBezTo>
                        <a:cubicBezTo>
                          <a:pt x="209812" y="604612"/>
                          <a:pt x="198462" y="591280"/>
                          <a:pt x="199798" y="575948"/>
                        </a:cubicBezTo>
                        <a:lnTo>
                          <a:pt x="218046" y="347523"/>
                        </a:lnTo>
                        <a:lnTo>
                          <a:pt x="218046" y="189759"/>
                        </a:lnTo>
                        <a:cubicBezTo>
                          <a:pt x="215821" y="190426"/>
                          <a:pt x="213595" y="191092"/>
                          <a:pt x="211815" y="191759"/>
                        </a:cubicBezTo>
                        <a:lnTo>
                          <a:pt x="194902" y="343079"/>
                        </a:lnTo>
                        <a:cubicBezTo>
                          <a:pt x="193567" y="354856"/>
                          <a:pt x="183552" y="363744"/>
                          <a:pt x="171980" y="363744"/>
                        </a:cubicBezTo>
                        <a:cubicBezTo>
                          <a:pt x="171090" y="363744"/>
                          <a:pt x="170200" y="363744"/>
                          <a:pt x="169310" y="363522"/>
                        </a:cubicBezTo>
                        <a:cubicBezTo>
                          <a:pt x="156625" y="362189"/>
                          <a:pt x="147501" y="350634"/>
                          <a:pt x="148836" y="337969"/>
                        </a:cubicBezTo>
                        <a:lnTo>
                          <a:pt x="167307" y="171761"/>
                        </a:lnTo>
                        <a:cubicBezTo>
                          <a:pt x="167530" y="170650"/>
                          <a:pt x="168197" y="169539"/>
                          <a:pt x="168420" y="168428"/>
                        </a:cubicBezTo>
                        <a:cubicBezTo>
                          <a:pt x="168865" y="166872"/>
                          <a:pt x="169087" y="165317"/>
                          <a:pt x="169977" y="163984"/>
                        </a:cubicBezTo>
                        <a:cubicBezTo>
                          <a:pt x="170645" y="162206"/>
                          <a:pt x="171980" y="160873"/>
                          <a:pt x="173093" y="159540"/>
                        </a:cubicBezTo>
                        <a:cubicBezTo>
                          <a:pt x="173761" y="158651"/>
                          <a:pt x="174206" y="157762"/>
                          <a:pt x="175096" y="157095"/>
                        </a:cubicBezTo>
                        <a:cubicBezTo>
                          <a:pt x="176876" y="155540"/>
                          <a:pt x="179102" y="154429"/>
                          <a:pt x="181327" y="153318"/>
                        </a:cubicBezTo>
                        <a:cubicBezTo>
                          <a:pt x="181772" y="153096"/>
                          <a:pt x="181995" y="152874"/>
                          <a:pt x="182440" y="152651"/>
                        </a:cubicBezTo>
                        <a:cubicBezTo>
                          <a:pt x="182662" y="152651"/>
                          <a:pt x="182885" y="152429"/>
                          <a:pt x="183107" y="152429"/>
                        </a:cubicBezTo>
                        <a:cubicBezTo>
                          <a:pt x="183552" y="152207"/>
                          <a:pt x="183775" y="152207"/>
                          <a:pt x="184220" y="151985"/>
                        </a:cubicBezTo>
                        <a:cubicBezTo>
                          <a:pt x="192899" y="148874"/>
                          <a:pt x="234959" y="135097"/>
                          <a:pt x="273903" y="133097"/>
                        </a:cubicBezTo>
                        <a:lnTo>
                          <a:pt x="279689" y="144652"/>
                        </a:lnTo>
                        <a:lnTo>
                          <a:pt x="279912" y="144652"/>
                        </a:lnTo>
                        <a:lnTo>
                          <a:pt x="264334" y="265975"/>
                        </a:lnTo>
                        <a:lnTo>
                          <a:pt x="282805" y="298194"/>
                        </a:lnTo>
                        <a:lnTo>
                          <a:pt x="301498" y="265975"/>
                        </a:lnTo>
                        <a:lnTo>
                          <a:pt x="285920" y="144652"/>
                        </a:lnTo>
                        <a:close/>
                        <a:moveTo>
                          <a:pt x="458589" y="60898"/>
                        </a:moveTo>
                        <a:cubicBezTo>
                          <a:pt x="484408" y="60898"/>
                          <a:pt x="505339" y="83772"/>
                          <a:pt x="505339" y="111988"/>
                        </a:cubicBezTo>
                        <a:cubicBezTo>
                          <a:pt x="505339" y="140204"/>
                          <a:pt x="484408" y="163078"/>
                          <a:pt x="458589" y="163078"/>
                        </a:cubicBezTo>
                        <a:cubicBezTo>
                          <a:pt x="432770" y="163078"/>
                          <a:pt x="411839" y="140204"/>
                          <a:pt x="411839" y="111988"/>
                        </a:cubicBezTo>
                        <a:cubicBezTo>
                          <a:pt x="411839" y="83772"/>
                          <a:pt x="432770" y="60898"/>
                          <a:pt x="458589" y="60898"/>
                        </a:cubicBezTo>
                        <a:close/>
                        <a:moveTo>
                          <a:pt x="107209" y="60898"/>
                        </a:moveTo>
                        <a:cubicBezTo>
                          <a:pt x="133009" y="60898"/>
                          <a:pt x="153924" y="83772"/>
                          <a:pt x="153924" y="111988"/>
                        </a:cubicBezTo>
                        <a:cubicBezTo>
                          <a:pt x="153924" y="140204"/>
                          <a:pt x="133009" y="163078"/>
                          <a:pt x="107209" y="163078"/>
                        </a:cubicBezTo>
                        <a:cubicBezTo>
                          <a:pt x="81409" y="163078"/>
                          <a:pt x="60494" y="140204"/>
                          <a:pt x="60494" y="111988"/>
                        </a:cubicBezTo>
                        <a:cubicBezTo>
                          <a:pt x="60494" y="83772"/>
                          <a:pt x="81409" y="60898"/>
                          <a:pt x="107209" y="60898"/>
                        </a:cubicBezTo>
                        <a:close/>
                        <a:moveTo>
                          <a:pt x="282810" y="0"/>
                        </a:moveTo>
                        <a:cubicBezTo>
                          <a:pt x="315137" y="0"/>
                          <a:pt x="341344" y="28655"/>
                          <a:pt x="341344" y="64003"/>
                        </a:cubicBezTo>
                        <a:cubicBezTo>
                          <a:pt x="341344" y="99351"/>
                          <a:pt x="315137" y="128006"/>
                          <a:pt x="282810" y="128006"/>
                        </a:cubicBezTo>
                        <a:cubicBezTo>
                          <a:pt x="250483" y="128006"/>
                          <a:pt x="224276" y="99351"/>
                          <a:pt x="224276" y="64003"/>
                        </a:cubicBezTo>
                        <a:cubicBezTo>
                          <a:pt x="224276" y="28655"/>
                          <a:pt x="250483" y="0"/>
                          <a:pt x="28281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40" tIns="45720" rIns="91440" bIns="4572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algn="l">
                      <a:spcBef>
                        <a:spcPct val="0"/>
                      </a:spcBef>
                      <a:spcAft>
                        <a:spcPct val="0"/>
                      </a:spcAft>
                    </a:pPr>
                  </a:p>
                </p:txBody>
              </p:sp>
            </p:grpSp>
            <p:sp>
              <p:nvSpPr>
                <p:cNvPr id="10" name="Freeform 10" descr="f3d8c4f5-1e2b-4531-969b-dea3be495d05"/>
                <p:cNvSpPr/>
                <p:nvPr>
                  <p:custDataLst>
                    <p:tags r:id="rId10"/>
                  </p:custDataLst>
                </p:nvPr>
              </p:nvSpPr>
              <p:spPr bwMode="auto">
                <a:xfrm rot="7883551">
                  <a:off x="7053445" y="5031734"/>
                  <a:ext cx="150813" cy="142875"/>
                </a:xfrm>
                <a:custGeom>
                  <a:avLst/>
                  <a:gdLst>
                    <a:gd name="T0" fmla="*/ 99 w 284"/>
                    <a:gd name="T1" fmla="*/ 5 h 270"/>
                    <a:gd name="T2" fmla="*/ 284 w 284"/>
                    <a:gd name="T3" fmla="*/ 185 h 270"/>
                    <a:gd name="T4" fmla="*/ 254 w 284"/>
                    <a:gd name="T5" fmla="*/ 189 h 270"/>
                    <a:gd name="T6" fmla="*/ 224 w 284"/>
                    <a:gd name="T7" fmla="*/ 195 h 270"/>
                    <a:gd name="T8" fmla="*/ 194 w 284"/>
                    <a:gd name="T9" fmla="*/ 201 h 270"/>
                    <a:gd name="T10" fmla="*/ 165 w 284"/>
                    <a:gd name="T11" fmla="*/ 208 h 270"/>
                    <a:gd name="T12" fmla="*/ 143 w 284"/>
                    <a:gd name="T13" fmla="*/ 215 h 270"/>
                    <a:gd name="T14" fmla="*/ 122 w 284"/>
                    <a:gd name="T15" fmla="*/ 222 h 270"/>
                    <a:gd name="T16" fmla="*/ 101 w 284"/>
                    <a:gd name="T17" fmla="*/ 229 h 270"/>
                    <a:gd name="T18" fmla="*/ 81 w 284"/>
                    <a:gd name="T19" fmla="*/ 236 h 270"/>
                    <a:gd name="T20" fmla="*/ 60 w 284"/>
                    <a:gd name="T21" fmla="*/ 244 h 270"/>
                    <a:gd name="T22" fmla="*/ 40 w 284"/>
                    <a:gd name="T23" fmla="*/ 252 h 270"/>
                    <a:gd name="T24" fmla="*/ 20 w 284"/>
                    <a:gd name="T25" fmla="*/ 260 h 270"/>
                    <a:gd name="T26" fmla="*/ 0 w 284"/>
                    <a:gd name="T27" fmla="*/ 270 h 270"/>
                    <a:gd name="T28" fmla="*/ 68 w 284"/>
                    <a:gd name="T29" fmla="*/ 10 h 270"/>
                    <a:gd name="T30" fmla="*/ 71 w 284"/>
                    <a:gd name="T31" fmla="*/ 6 h 270"/>
                    <a:gd name="T32" fmla="*/ 74 w 284"/>
                    <a:gd name="T33" fmla="*/ 4 h 270"/>
                    <a:gd name="T34" fmla="*/ 78 w 284"/>
                    <a:gd name="T35" fmla="*/ 2 h 270"/>
                    <a:gd name="T36" fmla="*/ 82 w 284"/>
                    <a:gd name="T37" fmla="*/ 0 h 270"/>
                    <a:gd name="T38" fmla="*/ 86 w 284"/>
                    <a:gd name="T39" fmla="*/ 0 h 270"/>
                    <a:gd name="T40" fmla="*/ 91 w 284"/>
                    <a:gd name="T41" fmla="*/ 0 h 270"/>
                    <a:gd name="T42" fmla="*/ 95 w 284"/>
                    <a:gd name="T43" fmla="*/ 2 h 270"/>
                    <a:gd name="T44" fmla="*/ 99 w 284"/>
                    <a:gd name="T45" fmla="*/ 5 h 2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284" h="270">
                      <a:moveTo>
                        <a:pt x="99" y="5"/>
                      </a:moveTo>
                      <a:lnTo>
                        <a:pt x="284" y="185"/>
                      </a:lnTo>
                      <a:lnTo>
                        <a:pt x="254" y="189"/>
                      </a:lnTo>
                      <a:lnTo>
                        <a:pt x="224" y="195"/>
                      </a:lnTo>
                      <a:lnTo>
                        <a:pt x="194" y="201"/>
                      </a:lnTo>
                      <a:lnTo>
                        <a:pt x="165" y="208"/>
                      </a:lnTo>
                      <a:lnTo>
                        <a:pt x="143" y="215"/>
                      </a:lnTo>
                      <a:lnTo>
                        <a:pt x="122" y="222"/>
                      </a:lnTo>
                      <a:lnTo>
                        <a:pt x="101" y="229"/>
                      </a:lnTo>
                      <a:lnTo>
                        <a:pt x="81" y="236"/>
                      </a:lnTo>
                      <a:lnTo>
                        <a:pt x="60" y="244"/>
                      </a:lnTo>
                      <a:lnTo>
                        <a:pt x="40" y="252"/>
                      </a:lnTo>
                      <a:lnTo>
                        <a:pt x="20" y="260"/>
                      </a:lnTo>
                      <a:lnTo>
                        <a:pt x="0" y="270"/>
                      </a:lnTo>
                      <a:lnTo>
                        <a:pt x="68" y="10"/>
                      </a:lnTo>
                      <a:lnTo>
                        <a:pt x="71" y="6"/>
                      </a:lnTo>
                      <a:lnTo>
                        <a:pt x="74" y="4"/>
                      </a:lnTo>
                      <a:lnTo>
                        <a:pt x="78" y="2"/>
                      </a:lnTo>
                      <a:lnTo>
                        <a:pt x="82" y="0"/>
                      </a:lnTo>
                      <a:lnTo>
                        <a:pt x="86" y="0"/>
                      </a:lnTo>
                      <a:lnTo>
                        <a:pt x="91" y="0"/>
                      </a:lnTo>
                      <a:lnTo>
                        <a:pt x="95" y="2"/>
                      </a:lnTo>
                      <a:lnTo>
                        <a:pt x="99" y="5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normAutofit fontScale="25000" lnSpcReduction="20000"/>
                </a:bodyPr>
                <a:lstStyle/>
                <a:p>
                  <a:pPr algn="l"/>
                </a:p>
              </p:txBody>
            </p:sp>
          </p:grpSp>
          <p:grpSp>
            <p:nvGrpSpPr>
              <p:cNvPr id="12" name="组合 11" descr="4dbbeb60-c156-4c80-9b48-035eef208daa"/>
              <p:cNvGrpSpPr/>
              <p:nvPr/>
            </p:nvGrpSpPr>
            <p:grpSpPr>
              <a:xfrm>
                <a:off x="7445232" y="4803043"/>
                <a:ext cx="2598488" cy="1292172"/>
                <a:chOff x="-299374" y="1329756"/>
                <a:chExt cx="2786743" cy="1292172"/>
              </a:xfrm>
            </p:grpSpPr>
            <p:sp>
              <p:nvSpPr>
                <p:cNvPr id="15" name="Text2" descr="d7bc8267-ac9c-40a4-8bd5-ffb6373e7430"/>
                <p:cNvSpPr/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-299374" y="1829981"/>
                  <a:ext cx="2786743" cy="7919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基于数据模型，预测故障、优化维护计划，变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“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定期修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”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为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“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精准修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”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。</a:t>
                  </a:r>
                  <a:endParaRPr lang="zh-CN" alt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" name="Bullet2" descr="2cccc5e6-c382-4f23-a1df-1594592fcd24"/>
                <p:cNvSpPr txBox="1"/>
                <p:nvPr>
                  <p:custDataLst>
                    <p:tags r:id="rId12"/>
                  </p:custDataLst>
                </p:nvPr>
              </p:nvSpPr>
              <p:spPr bwMode="auto">
                <a:xfrm>
                  <a:off x="-299374" y="1329756"/>
                  <a:ext cx="2786743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 anchorCtr="0">
                  <a:normAutofit fontScale="8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lang="zh-CN" altLang="en-US" sz="1800" b="1" i="0" u="non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预测性维护与健康管理</a:t>
                  </a:r>
                  <a:r>
                    <a:rPr lang="en-US" altLang="zh-CN" sz="1800" b="1" i="0" u="non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	</a:t>
                  </a:r>
                  <a:endParaRPr lang="en-US" altLang="zh-CN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2" name="组合 1" descr="f400f40f-3770-470c-8def-ad3bc48ab4c4"/>
            <p:cNvGrpSpPr/>
            <p:nvPr/>
          </p:nvGrpSpPr>
          <p:grpSpPr>
            <a:xfrm>
              <a:off x="6423778" y="1846539"/>
              <a:ext cx="3876540" cy="1842648"/>
              <a:chOff x="6423778" y="1846539"/>
              <a:chExt cx="3876540" cy="1842648"/>
            </a:xfrm>
          </p:grpSpPr>
          <p:grpSp>
            <p:nvGrpSpPr>
              <p:cNvPr id="6" name="组合 5" descr="685b1baf-1d63-4254-a60a-660ccfe49e72"/>
              <p:cNvGrpSpPr/>
              <p:nvPr/>
            </p:nvGrpSpPr>
            <p:grpSpPr>
              <a:xfrm>
                <a:off x="9082526" y="2471395"/>
                <a:ext cx="1217792" cy="1217792"/>
                <a:chOff x="2180342" y="4732433"/>
                <a:chExt cx="1217792" cy="1217792"/>
              </a:xfrm>
            </p:grpSpPr>
            <p:sp>
              <p:nvSpPr>
                <p:cNvPr id="21" name="Unknown2" descr="daa1cf09-a64a-4ac6-8fe3-5c46021e540f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2180342" y="4732433"/>
                  <a:ext cx="1217792" cy="1217792"/>
                </a:xfrm>
                <a:prstGeom prst="ellipse">
                  <a:avLst/>
                </a:prstGeom>
                <a:solidFill>
                  <a:schemeClr val="accent3"/>
                </a:solidFill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ctr"/>
                </a:p>
              </p:txBody>
            </p:sp>
            <p:sp>
              <p:nvSpPr>
                <p:cNvPr id="22" name="Icon3" descr="100c2ce5-1899-4def-8cd5-4b068a64e230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2518910" y="5051785"/>
                  <a:ext cx="540656" cy="579088"/>
                </a:xfrm>
                <a:custGeom>
                  <a:avLst/>
                  <a:gdLst>
                    <a:gd name="connsiteX0" fmla="*/ 458586 w 565731"/>
                    <a:gd name="connsiteY0" fmla="*/ 166887 h 605945"/>
                    <a:gd name="connsiteX1" fmla="*/ 538915 w 565731"/>
                    <a:gd name="connsiteY1" fmla="*/ 182885 h 605945"/>
                    <a:gd name="connsiteX2" fmla="*/ 541140 w 565731"/>
                    <a:gd name="connsiteY2" fmla="*/ 184218 h 605945"/>
                    <a:gd name="connsiteX3" fmla="*/ 544478 w 565731"/>
                    <a:gd name="connsiteY3" fmla="*/ 186217 h 605945"/>
                    <a:gd name="connsiteX4" fmla="*/ 546703 w 565731"/>
                    <a:gd name="connsiteY4" fmla="*/ 188884 h 605945"/>
                    <a:gd name="connsiteX5" fmla="*/ 548929 w 565731"/>
                    <a:gd name="connsiteY5" fmla="*/ 191772 h 605945"/>
                    <a:gd name="connsiteX6" fmla="*/ 550041 w 565731"/>
                    <a:gd name="connsiteY6" fmla="*/ 195549 h 605945"/>
                    <a:gd name="connsiteX7" fmla="*/ 550931 w 565731"/>
                    <a:gd name="connsiteY7" fmla="*/ 198215 h 605945"/>
                    <a:gd name="connsiteX8" fmla="*/ 565617 w 565731"/>
                    <a:gd name="connsiteY8" fmla="*/ 331082 h 605945"/>
                    <a:gd name="connsiteX9" fmla="*/ 549374 w 565731"/>
                    <a:gd name="connsiteY9" fmla="*/ 351301 h 605945"/>
                    <a:gd name="connsiteX10" fmla="*/ 547371 w 565731"/>
                    <a:gd name="connsiteY10" fmla="*/ 351524 h 605945"/>
                    <a:gd name="connsiteX11" fmla="*/ 528902 w 565731"/>
                    <a:gd name="connsiteY11" fmla="*/ 335082 h 605945"/>
                    <a:gd name="connsiteX12" fmla="*/ 515551 w 565731"/>
                    <a:gd name="connsiteY12" fmla="*/ 213991 h 605945"/>
                    <a:gd name="connsiteX13" fmla="*/ 510433 w 565731"/>
                    <a:gd name="connsiteY13" fmla="*/ 212657 h 605945"/>
                    <a:gd name="connsiteX14" fmla="*/ 510433 w 565731"/>
                    <a:gd name="connsiteY14" fmla="*/ 338415 h 605945"/>
                    <a:gd name="connsiteX15" fmla="*/ 525119 w 565731"/>
                    <a:gd name="connsiteY15" fmla="*/ 521051 h 605945"/>
                    <a:gd name="connsiteX16" fmla="*/ 504647 w 565731"/>
                    <a:gd name="connsiteY16" fmla="*/ 544825 h 605945"/>
                    <a:gd name="connsiteX17" fmla="*/ 502867 w 565731"/>
                    <a:gd name="connsiteY17" fmla="*/ 545047 h 605945"/>
                    <a:gd name="connsiteX18" fmla="*/ 480838 w 565731"/>
                    <a:gd name="connsiteY18" fmla="*/ 524606 h 605945"/>
                    <a:gd name="connsiteX19" fmla="*/ 467487 w 565731"/>
                    <a:gd name="connsiteY19" fmla="*/ 359522 h 605945"/>
                    <a:gd name="connsiteX20" fmla="*/ 458586 w 565731"/>
                    <a:gd name="connsiteY20" fmla="*/ 361522 h 605945"/>
                    <a:gd name="connsiteX21" fmla="*/ 449685 w 565731"/>
                    <a:gd name="connsiteY21" fmla="*/ 359522 h 605945"/>
                    <a:gd name="connsiteX22" fmla="*/ 436334 w 565731"/>
                    <a:gd name="connsiteY22" fmla="*/ 524606 h 605945"/>
                    <a:gd name="connsiteX23" fmla="*/ 414305 w 565731"/>
                    <a:gd name="connsiteY23" fmla="*/ 545047 h 605945"/>
                    <a:gd name="connsiteX24" fmla="*/ 412525 w 565731"/>
                    <a:gd name="connsiteY24" fmla="*/ 544825 h 605945"/>
                    <a:gd name="connsiteX25" fmla="*/ 392276 w 565731"/>
                    <a:gd name="connsiteY25" fmla="*/ 521051 h 605945"/>
                    <a:gd name="connsiteX26" fmla="*/ 403402 w 565731"/>
                    <a:gd name="connsiteY26" fmla="*/ 380852 h 605945"/>
                    <a:gd name="connsiteX27" fmla="*/ 426321 w 565731"/>
                    <a:gd name="connsiteY27" fmla="*/ 366632 h 605945"/>
                    <a:gd name="connsiteX28" fmla="*/ 435222 w 565731"/>
                    <a:gd name="connsiteY28" fmla="*/ 335971 h 605945"/>
                    <a:gd name="connsiteX29" fmla="*/ 416975 w 565731"/>
                    <a:gd name="connsiteY29" fmla="*/ 171998 h 605945"/>
                    <a:gd name="connsiteX30" fmla="*/ 458586 w 565731"/>
                    <a:gd name="connsiteY30" fmla="*/ 166887 h 605945"/>
                    <a:gd name="connsiteX31" fmla="*/ 107223 w 565731"/>
                    <a:gd name="connsiteY31" fmla="*/ 166887 h 605945"/>
                    <a:gd name="connsiteX32" fmla="*/ 148848 w 565731"/>
                    <a:gd name="connsiteY32" fmla="*/ 171998 h 605945"/>
                    <a:gd name="connsiteX33" fmla="*/ 130595 w 565731"/>
                    <a:gd name="connsiteY33" fmla="*/ 335971 h 605945"/>
                    <a:gd name="connsiteX34" fmla="*/ 139499 w 565731"/>
                    <a:gd name="connsiteY34" fmla="*/ 366632 h 605945"/>
                    <a:gd name="connsiteX35" fmla="*/ 162204 w 565731"/>
                    <a:gd name="connsiteY35" fmla="*/ 380852 h 605945"/>
                    <a:gd name="connsiteX36" fmla="*/ 173556 w 565731"/>
                    <a:gd name="connsiteY36" fmla="*/ 521051 h 605945"/>
                    <a:gd name="connsiteX37" fmla="*/ 153300 w 565731"/>
                    <a:gd name="connsiteY37" fmla="*/ 545047 h 605945"/>
                    <a:gd name="connsiteX38" fmla="*/ 151519 w 565731"/>
                    <a:gd name="connsiteY38" fmla="*/ 545047 h 605945"/>
                    <a:gd name="connsiteX39" fmla="*/ 129483 w 565731"/>
                    <a:gd name="connsiteY39" fmla="*/ 524606 h 605945"/>
                    <a:gd name="connsiteX40" fmla="*/ 116127 w 565731"/>
                    <a:gd name="connsiteY40" fmla="*/ 359522 h 605945"/>
                    <a:gd name="connsiteX41" fmla="*/ 107223 w 565731"/>
                    <a:gd name="connsiteY41" fmla="*/ 361522 h 605945"/>
                    <a:gd name="connsiteX42" fmla="*/ 98097 w 565731"/>
                    <a:gd name="connsiteY42" fmla="*/ 359522 h 605945"/>
                    <a:gd name="connsiteX43" fmla="*/ 84964 w 565731"/>
                    <a:gd name="connsiteY43" fmla="*/ 524606 h 605945"/>
                    <a:gd name="connsiteX44" fmla="*/ 62704 w 565731"/>
                    <a:gd name="connsiteY44" fmla="*/ 545047 h 605945"/>
                    <a:gd name="connsiteX45" fmla="*/ 60924 w 565731"/>
                    <a:gd name="connsiteY45" fmla="*/ 545047 h 605945"/>
                    <a:gd name="connsiteX46" fmla="*/ 40668 w 565731"/>
                    <a:gd name="connsiteY46" fmla="*/ 521051 h 605945"/>
                    <a:gd name="connsiteX47" fmla="*/ 55359 w 565731"/>
                    <a:gd name="connsiteY47" fmla="*/ 338415 h 605945"/>
                    <a:gd name="connsiteX48" fmla="*/ 55359 w 565731"/>
                    <a:gd name="connsiteY48" fmla="*/ 212657 h 605945"/>
                    <a:gd name="connsiteX49" fmla="*/ 50239 w 565731"/>
                    <a:gd name="connsiteY49" fmla="*/ 213991 h 605945"/>
                    <a:gd name="connsiteX50" fmla="*/ 36884 w 565731"/>
                    <a:gd name="connsiteY50" fmla="*/ 335082 h 605945"/>
                    <a:gd name="connsiteX51" fmla="*/ 18408 w 565731"/>
                    <a:gd name="connsiteY51" fmla="*/ 351524 h 605945"/>
                    <a:gd name="connsiteX52" fmla="*/ 16405 w 565731"/>
                    <a:gd name="connsiteY52" fmla="*/ 351301 h 605945"/>
                    <a:gd name="connsiteX53" fmla="*/ 156 w 565731"/>
                    <a:gd name="connsiteY53" fmla="*/ 331082 h 605945"/>
                    <a:gd name="connsiteX54" fmla="*/ 14847 w 565731"/>
                    <a:gd name="connsiteY54" fmla="*/ 198215 h 605945"/>
                    <a:gd name="connsiteX55" fmla="*/ 15737 w 565731"/>
                    <a:gd name="connsiteY55" fmla="*/ 195549 h 605945"/>
                    <a:gd name="connsiteX56" fmla="*/ 16850 w 565731"/>
                    <a:gd name="connsiteY56" fmla="*/ 191772 h 605945"/>
                    <a:gd name="connsiteX57" fmla="*/ 19299 w 565731"/>
                    <a:gd name="connsiteY57" fmla="*/ 188439 h 605945"/>
                    <a:gd name="connsiteX58" fmla="*/ 21079 w 565731"/>
                    <a:gd name="connsiteY58" fmla="*/ 186440 h 605945"/>
                    <a:gd name="connsiteX59" fmla="*/ 25976 w 565731"/>
                    <a:gd name="connsiteY59" fmla="*/ 183551 h 605945"/>
                    <a:gd name="connsiteX60" fmla="*/ 26867 w 565731"/>
                    <a:gd name="connsiteY60" fmla="*/ 182885 h 605945"/>
                    <a:gd name="connsiteX61" fmla="*/ 27312 w 565731"/>
                    <a:gd name="connsiteY61" fmla="*/ 182662 h 605945"/>
                    <a:gd name="connsiteX62" fmla="*/ 28202 w 565731"/>
                    <a:gd name="connsiteY62" fmla="*/ 182440 h 605945"/>
                    <a:gd name="connsiteX63" fmla="*/ 107223 w 565731"/>
                    <a:gd name="connsiteY63" fmla="*/ 166887 h 605945"/>
                    <a:gd name="connsiteX64" fmla="*/ 291929 w 565731"/>
                    <a:gd name="connsiteY64" fmla="*/ 132875 h 605945"/>
                    <a:gd name="connsiteX65" fmla="*/ 383170 w 565731"/>
                    <a:gd name="connsiteY65" fmla="*/ 152651 h 605945"/>
                    <a:gd name="connsiteX66" fmla="*/ 386063 w 565731"/>
                    <a:gd name="connsiteY66" fmla="*/ 154207 h 605945"/>
                    <a:gd name="connsiteX67" fmla="*/ 390291 w 565731"/>
                    <a:gd name="connsiteY67" fmla="*/ 156873 h 605945"/>
                    <a:gd name="connsiteX68" fmla="*/ 393184 w 565731"/>
                    <a:gd name="connsiteY68" fmla="*/ 160206 h 605945"/>
                    <a:gd name="connsiteX69" fmla="*/ 395855 w 565731"/>
                    <a:gd name="connsiteY69" fmla="*/ 163761 h 605945"/>
                    <a:gd name="connsiteX70" fmla="*/ 397412 w 565731"/>
                    <a:gd name="connsiteY70" fmla="*/ 168650 h 605945"/>
                    <a:gd name="connsiteX71" fmla="*/ 398303 w 565731"/>
                    <a:gd name="connsiteY71" fmla="*/ 171761 h 605945"/>
                    <a:gd name="connsiteX72" fmla="*/ 416773 w 565731"/>
                    <a:gd name="connsiteY72" fmla="*/ 337969 h 605945"/>
                    <a:gd name="connsiteX73" fmla="*/ 396522 w 565731"/>
                    <a:gd name="connsiteY73" fmla="*/ 363522 h 605945"/>
                    <a:gd name="connsiteX74" fmla="*/ 393852 w 565731"/>
                    <a:gd name="connsiteY74" fmla="*/ 363744 h 605945"/>
                    <a:gd name="connsiteX75" fmla="*/ 370930 w 565731"/>
                    <a:gd name="connsiteY75" fmla="*/ 343079 h 605945"/>
                    <a:gd name="connsiteX76" fmla="*/ 354017 w 565731"/>
                    <a:gd name="connsiteY76" fmla="*/ 191759 h 605945"/>
                    <a:gd name="connsiteX77" fmla="*/ 347564 w 565731"/>
                    <a:gd name="connsiteY77" fmla="*/ 189759 h 605945"/>
                    <a:gd name="connsiteX78" fmla="*/ 347564 w 565731"/>
                    <a:gd name="connsiteY78" fmla="*/ 347523 h 605945"/>
                    <a:gd name="connsiteX79" fmla="*/ 366034 w 565731"/>
                    <a:gd name="connsiteY79" fmla="*/ 575948 h 605945"/>
                    <a:gd name="connsiteX80" fmla="*/ 340665 w 565731"/>
                    <a:gd name="connsiteY80" fmla="*/ 605723 h 605945"/>
                    <a:gd name="connsiteX81" fmla="*/ 338440 w 565731"/>
                    <a:gd name="connsiteY81" fmla="*/ 605945 h 605945"/>
                    <a:gd name="connsiteX82" fmla="*/ 310622 w 565731"/>
                    <a:gd name="connsiteY82" fmla="*/ 580392 h 605945"/>
                    <a:gd name="connsiteX83" fmla="*/ 294154 w 565731"/>
                    <a:gd name="connsiteY83" fmla="*/ 373965 h 605945"/>
                    <a:gd name="connsiteX84" fmla="*/ 282805 w 565731"/>
                    <a:gd name="connsiteY84" fmla="*/ 376187 h 605945"/>
                    <a:gd name="connsiteX85" fmla="*/ 271678 w 565731"/>
                    <a:gd name="connsiteY85" fmla="*/ 373965 h 605945"/>
                    <a:gd name="connsiteX86" fmla="*/ 254987 w 565731"/>
                    <a:gd name="connsiteY86" fmla="*/ 580392 h 605945"/>
                    <a:gd name="connsiteX87" fmla="*/ 227393 w 565731"/>
                    <a:gd name="connsiteY87" fmla="*/ 605945 h 605945"/>
                    <a:gd name="connsiteX88" fmla="*/ 225167 w 565731"/>
                    <a:gd name="connsiteY88" fmla="*/ 605723 h 605945"/>
                    <a:gd name="connsiteX89" fmla="*/ 199798 w 565731"/>
                    <a:gd name="connsiteY89" fmla="*/ 575948 h 605945"/>
                    <a:gd name="connsiteX90" fmla="*/ 218046 w 565731"/>
                    <a:gd name="connsiteY90" fmla="*/ 347523 h 605945"/>
                    <a:gd name="connsiteX91" fmla="*/ 218046 w 565731"/>
                    <a:gd name="connsiteY91" fmla="*/ 189759 h 605945"/>
                    <a:gd name="connsiteX92" fmla="*/ 211815 w 565731"/>
                    <a:gd name="connsiteY92" fmla="*/ 191759 h 605945"/>
                    <a:gd name="connsiteX93" fmla="*/ 194902 w 565731"/>
                    <a:gd name="connsiteY93" fmla="*/ 343079 h 605945"/>
                    <a:gd name="connsiteX94" fmla="*/ 171980 w 565731"/>
                    <a:gd name="connsiteY94" fmla="*/ 363744 h 605945"/>
                    <a:gd name="connsiteX95" fmla="*/ 169310 w 565731"/>
                    <a:gd name="connsiteY95" fmla="*/ 363522 h 605945"/>
                    <a:gd name="connsiteX96" fmla="*/ 148836 w 565731"/>
                    <a:gd name="connsiteY96" fmla="*/ 337969 h 605945"/>
                    <a:gd name="connsiteX97" fmla="*/ 167307 w 565731"/>
                    <a:gd name="connsiteY97" fmla="*/ 171761 h 605945"/>
                    <a:gd name="connsiteX98" fmla="*/ 168420 w 565731"/>
                    <a:gd name="connsiteY98" fmla="*/ 168428 h 605945"/>
                    <a:gd name="connsiteX99" fmla="*/ 169977 w 565731"/>
                    <a:gd name="connsiteY99" fmla="*/ 163984 h 605945"/>
                    <a:gd name="connsiteX100" fmla="*/ 173093 w 565731"/>
                    <a:gd name="connsiteY100" fmla="*/ 159540 h 605945"/>
                    <a:gd name="connsiteX101" fmla="*/ 175096 w 565731"/>
                    <a:gd name="connsiteY101" fmla="*/ 157095 h 605945"/>
                    <a:gd name="connsiteX102" fmla="*/ 181327 w 565731"/>
                    <a:gd name="connsiteY102" fmla="*/ 153318 h 605945"/>
                    <a:gd name="connsiteX103" fmla="*/ 182440 w 565731"/>
                    <a:gd name="connsiteY103" fmla="*/ 152651 h 605945"/>
                    <a:gd name="connsiteX104" fmla="*/ 183107 w 565731"/>
                    <a:gd name="connsiteY104" fmla="*/ 152429 h 605945"/>
                    <a:gd name="connsiteX105" fmla="*/ 184220 w 565731"/>
                    <a:gd name="connsiteY105" fmla="*/ 151985 h 605945"/>
                    <a:gd name="connsiteX106" fmla="*/ 273903 w 565731"/>
                    <a:gd name="connsiteY106" fmla="*/ 133097 h 605945"/>
                    <a:gd name="connsiteX107" fmla="*/ 279689 w 565731"/>
                    <a:gd name="connsiteY107" fmla="*/ 144652 h 605945"/>
                    <a:gd name="connsiteX108" fmla="*/ 279912 w 565731"/>
                    <a:gd name="connsiteY108" fmla="*/ 144652 h 605945"/>
                    <a:gd name="connsiteX109" fmla="*/ 264334 w 565731"/>
                    <a:gd name="connsiteY109" fmla="*/ 265975 h 605945"/>
                    <a:gd name="connsiteX110" fmla="*/ 282805 w 565731"/>
                    <a:gd name="connsiteY110" fmla="*/ 298194 h 605945"/>
                    <a:gd name="connsiteX111" fmla="*/ 301498 w 565731"/>
                    <a:gd name="connsiteY111" fmla="*/ 265975 h 605945"/>
                    <a:gd name="connsiteX112" fmla="*/ 285920 w 565731"/>
                    <a:gd name="connsiteY112" fmla="*/ 144652 h 605945"/>
                    <a:gd name="connsiteX113" fmla="*/ 458589 w 565731"/>
                    <a:gd name="connsiteY113" fmla="*/ 60898 h 605945"/>
                    <a:gd name="connsiteX114" fmla="*/ 505339 w 565731"/>
                    <a:gd name="connsiteY114" fmla="*/ 111988 h 605945"/>
                    <a:gd name="connsiteX115" fmla="*/ 458589 w 565731"/>
                    <a:gd name="connsiteY115" fmla="*/ 163078 h 605945"/>
                    <a:gd name="connsiteX116" fmla="*/ 411839 w 565731"/>
                    <a:gd name="connsiteY116" fmla="*/ 111988 h 605945"/>
                    <a:gd name="connsiteX117" fmla="*/ 458589 w 565731"/>
                    <a:gd name="connsiteY117" fmla="*/ 60898 h 605945"/>
                    <a:gd name="connsiteX118" fmla="*/ 107209 w 565731"/>
                    <a:gd name="connsiteY118" fmla="*/ 60898 h 605945"/>
                    <a:gd name="connsiteX119" fmla="*/ 153924 w 565731"/>
                    <a:gd name="connsiteY119" fmla="*/ 111988 h 605945"/>
                    <a:gd name="connsiteX120" fmla="*/ 107209 w 565731"/>
                    <a:gd name="connsiteY120" fmla="*/ 163078 h 605945"/>
                    <a:gd name="connsiteX121" fmla="*/ 60494 w 565731"/>
                    <a:gd name="connsiteY121" fmla="*/ 111988 h 605945"/>
                    <a:gd name="connsiteX122" fmla="*/ 107209 w 565731"/>
                    <a:gd name="connsiteY122" fmla="*/ 60898 h 605945"/>
                    <a:gd name="connsiteX123" fmla="*/ 282810 w 565731"/>
                    <a:gd name="connsiteY123" fmla="*/ 0 h 605945"/>
                    <a:gd name="connsiteX124" fmla="*/ 341344 w 565731"/>
                    <a:gd name="connsiteY124" fmla="*/ 64003 h 605945"/>
                    <a:gd name="connsiteX125" fmla="*/ 282810 w 565731"/>
                    <a:gd name="connsiteY125" fmla="*/ 128006 h 605945"/>
                    <a:gd name="connsiteX126" fmla="*/ 224276 w 565731"/>
                    <a:gd name="connsiteY126" fmla="*/ 64003 h 605945"/>
                    <a:gd name="connsiteX127" fmla="*/ 282810 w 565731"/>
                    <a:gd name="connsiteY127" fmla="*/ 0 h 605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</a:cxnLst>
                  <a:rect l="l" t="t" r="r" b="b"/>
                  <a:pathLst>
                    <a:path w="565731" h="605945">
                      <a:moveTo>
                        <a:pt x="458586" y="166887"/>
                      </a:moveTo>
                      <a:cubicBezTo>
                        <a:pt x="494634" y="166887"/>
                        <a:pt x="537135" y="182218"/>
                        <a:pt x="538915" y="182885"/>
                      </a:cubicBezTo>
                      <a:cubicBezTo>
                        <a:pt x="539583" y="183107"/>
                        <a:pt x="540250" y="183773"/>
                        <a:pt x="541140" y="184218"/>
                      </a:cubicBezTo>
                      <a:cubicBezTo>
                        <a:pt x="542253" y="184884"/>
                        <a:pt x="543366" y="185329"/>
                        <a:pt x="544478" y="186217"/>
                      </a:cubicBezTo>
                      <a:cubicBezTo>
                        <a:pt x="545368" y="187106"/>
                        <a:pt x="546036" y="187995"/>
                        <a:pt x="546703" y="188884"/>
                      </a:cubicBezTo>
                      <a:cubicBezTo>
                        <a:pt x="547593" y="189772"/>
                        <a:pt x="548261" y="190661"/>
                        <a:pt x="548929" y="191772"/>
                      </a:cubicBezTo>
                      <a:cubicBezTo>
                        <a:pt x="549596" y="193105"/>
                        <a:pt x="549819" y="194216"/>
                        <a:pt x="550041" y="195549"/>
                      </a:cubicBezTo>
                      <a:cubicBezTo>
                        <a:pt x="550264" y="196438"/>
                        <a:pt x="550709" y="197327"/>
                        <a:pt x="550931" y="198215"/>
                      </a:cubicBezTo>
                      <a:lnTo>
                        <a:pt x="565617" y="331082"/>
                      </a:lnTo>
                      <a:cubicBezTo>
                        <a:pt x="566730" y="341081"/>
                        <a:pt x="559609" y="350190"/>
                        <a:pt x="549374" y="351301"/>
                      </a:cubicBezTo>
                      <a:cubicBezTo>
                        <a:pt x="548706" y="351524"/>
                        <a:pt x="548038" y="351524"/>
                        <a:pt x="547371" y="351524"/>
                      </a:cubicBezTo>
                      <a:cubicBezTo>
                        <a:pt x="538025" y="351524"/>
                        <a:pt x="530015" y="344414"/>
                        <a:pt x="528902" y="335082"/>
                      </a:cubicBezTo>
                      <a:lnTo>
                        <a:pt x="515551" y="213991"/>
                      </a:lnTo>
                      <a:cubicBezTo>
                        <a:pt x="513993" y="213546"/>
                        <a:pt x="512213" y="213102"/>
                        <a:pt x="510433" y="212657"/>
                      </a:cubicBezTo>
                      <a:lnTo>
                        <a:pt x="510433" y="338415"/>
                      </a:lnTo>
                      <a:lnTo>
                        <a:pt x="525119" y="521051"/>
                      </a:lnTo>
                      <a:cubicBezTo>
                        <a:pt x="526009" y="533271"/>
                        <a:pt x="516886" y="543936"/>
                        <a:pt x="504647" y="544825"/>
                      </a:cubicBezTo>
                      <a:cubicBezTo>
                        <a:pt x="504202" y="545047"/>
                        <a:pt x="503535" y="545047"/>
                        <a:pt x="502867" y="545047"/>
                      </a:cubicBezTo>
                      <a:cubicBezTo>
                        <a:pt x="491519" y="545047"/>
                        <a:pt x="481728" y="536160"/>
                        <a:pt x="480838" y="524606"/>
                      </a:cubicBezTo>
                      <a:lnTo>
                        <a:pt x="467487" y="359522"/>
                      </a:lnTo>
                      <a:cubicBezTo>
                        <a:pt x="464817" y="360855"/>
                        <a:pt x="461924" y="361522"/>
                        <a:pt x="458586" y="361522"/>
                      </a:cubicBezTo>
                      <a:cubicBezTo>
                        <a:pt x="455471" y="361522"/>
                        <a:pt x="452356" y="360855"/>
                        <a:pt x="449685" y="359522"/>
                      </a:cubicBezTo>
                      <a:lnTo>
                        <a:pt x="436334" y="524606"/>
                      </a:lnTo>
                      <a:cubicBezTo>
                        <a:pt x="435444" y="536160"/>
                        <a:pt x="425653" y="545047"/>
                        <a:pt x="414305" y="545047"/>
                      </a:cubicBezTo>
                      <a:cubicBezTo>
                        <a:pt x="413637" y="545047"/>
                        <a:pt x="413192" y="545047"/>
                        <a:pt x="412525" y="544825"/>
                      </a:cubicBezTo>
                      <a:cubicBezTo>
                        <a:pt x="400286" y="543936"/>
                        <a:pt x="391163" y="533271"/>
                        <a:pt x="392276" y="521051"/>
                      </a:cubicBezTo>
                      <a:lnTo>
                        <a:pt x="403402" y="380852"/>
                      </a:lnTo>
                      <a:cubicBezTo>
                        <a:pt x="412525" y="378630"/>
                        <a:pt x="420535" y="373964"/>
                        <a:pt x="426321" y="366632"/>
                      </a:cubicBezTo>
                      <a:cubicBezTo>
                        <a:pt x="433219" y="357967"/>
                        <a:pt x="436557" y="347080"/>
                        <a:pt x="435222" y="335971"/>
                      </a:cubicBezTo>
                      <a:lnTo>
                        <a:pt x="416975" y="171998"/>
                      </a:lnTo>
                      <a:cubicBezTo>
                        <a:pt x="430104" y="169331"/>
                        <a:pt x="444790" y="166887"/>
                        <a:pt x="458586" y="166887"/>
                      </a:cubicBezTo>
                      <a:close/>
                      <a:moveTo>
                        <a:pt x="107223" y="166887"/>
                      </a:moveTo>
                      <a:cubicBezTo>
                        <a:pt x="121024" y="166887"/>
                        <a:pt x="135715" y="169331"/>
                        <a:pt x="148848" y="171998"/>
                      </a:cubicBezTo>
                      <a:lnTo>
                        <a:pt x="130595" y="335971"/>
                      </a:lnTo>
                      <a:cubicBezTo>
                        <a:pt x="129260" y="347080"/>
                        <a:pt x="132376" y="357967"/>
                        <a:pt x="139499" y="366632"/>
                      </a:cubicBezTo>
                      <a:cubicBezTo>
                        <a:pt x="145287" y="373964"/>
                        <a:pt x="153300" y="378852"/>
                        <a:pt x="162204" y="380852"/>
                      </a:cubicBezTo>
                      <a:lnTo>
                        <a:pt x="173556" y="521051"/>
                      </a:lnTo>
                      <a:cubicBezTo>
                        <a:pt x="174669" y="533271"/>
                        <a:pt x="165543" y="543936"/>
                        <a:pt x="153300" y="545047"/>
                      </a:cubicBezTo>
                      <a:cubicBezTo>
                        <a:pt x="152632" y="545047"/>
                        <a:pt x="151964" y="545047"/>
                        <a:pt x="151519" y="545047"/>
                      </a:cubicBezTo>
                      <a:cubicBezTo>
                        <a:pt x="139944" y="545047"/>
                        <a:pt x="130373" y="536160"/>
                        <a:pt x="129483" y="524606"/>
                      </a:cubicBezTo>
                      <a:lnTo>
                        <a:pt x="116127" y="359522"/>
                      </a:lnTo>
                      <a:cubicBezTo>
                        <a:pt x="113456" y="360855"/>
                        <a:pt x="110339" y="361522"/>
                        <a:pt x="107223" y="361522"/>
                      </a:cubicBezTo>
                      <a:cubicBezTo>
                        <a:pt x="103884" y="361522"/>
                        <a:pt x="100991" y="360855"/>
                        <a:pt x="98097" y="359522"/>
                      </a:cubicBezTo>
                      <a:lnTo>
                        <a:pt x="84964" y="524606"/>
                      </a:lnTo>
                      <a:cubicBezTo>
                        <a:pt x="84073" y="536160"/>
                        <a:pt x="74279" y="545047"/>
                        <a:pt x="62704" y="545047"/>
                      </a:cubicBezTo>
                      <a:cubicBezTo>
                        <a:pt x="62259" y="545047"/>
                        <a:pt x="61591" y="545047"/>
                        <a:pt x="60924" y="545047"/>
                      </a:cubicBezTo>
                      <a:cubicBezTo>
                        <a:pt x="48904" y="543936"/>
                        <a:pt x="39777" y="533271"/>
                        <a:pt x="40668" y="521051"/>
                      </a:cubicBezTo>
                      <a:lnTo>
                        <a:pt x="55359" y="338415"/>
                      </a:lnTo>
                      <a:lnTo>
                        <a:pt x="55359" y="212657"/>
                      </a:lnTo>
                      <a:cubicBezTo>
                        <a:pt x="53578" y="213102"/>
                        <a:pt x="51797" y="213546"/>
                        <a:pt x="50239" y="213991"/>
                      </a:cubicBezTo>
                      <a:lnTo>
                        <a:pt x="36884" y="335082"/>
                      </a:lnTo>
                      <a:cubicBezTo>
                        <a:pt x="35771" y="344636"/>
                        <a:pt x="27757" y="351524"/>
                        <a:pt x="18408" y="351524"/>
                      </a:cubicBezTo>
                      <a:cubicBezTo>
                        <a:pt x="17740" y="351524"/>
                        <a:pt x="17073" y="351524"/>
                        <a:pt x="16405" y="351301"/>
                      </a:cubicBezTo>
                      <a:cubicBezTo>
                        <a:pt x="6166" y="350190"/>
                        <a:pt x="-1180" y="341081"/>
                        <a:pt x="156" y="331082"/>
                      </a:cubicBezTo>
                      <a:lnTo>
                        <a:pt x="14847" y="198215"/>
                      </a:lnTo>
                      <a:cubicBezTo>
                        <a:pt x="14847" y="197104"/>
                        <a:pt x="15515" y="196438"/>
                        <a:pt x="15737" y="195549"/>
                      </a:cubicBezTo>
                      <a:cubicBezTo>
                        <a:pt x="15960" y="194216"/>
                        <a:pt x="16182" y="193105"/>
                        <a:pt x="16850" y="191772"/>
                      </a:cubicBezTo>
                      <a:cubicBezTo>
                        <a:pt x="17518" y="190661"/>
                        <a:pt x="18408" y="189550"/>
                        <a:pt x="19299" y="188439"/>
                      </a:cubicBezTo>
                      <a:cubicBezTo>
                        <a:pt x="19966" y="187773"/>
                        <a:pt x="20412" y="187106"/>
                        <a:pt x="21079" y="186440"/>
                      </a:cubicBezTo>
                      <a:cubicBezTo>
                        <a:pt x="22415" y="185106"/>
                        <a:pt x="24196" y="184218"/>
                        <a:pt x="25976" y="183551"/>
                      </a:cubicBezTo>
                      <a:cubicBezTo>
                        <a:pt x="26199" y="183329"/>
                        <a:pt x="26644" y="183107"/>
                        <a:pt x="26867" y="182885"/>
                      </a:cubicBezTo>
                      <a:cubicBezTo>
                        <a:pt x="26867" y="182885"/>
                        <a:pt x="27312" y="182662"/>
                        <a:pt x="27312" y="182662"/>
                      </a:cubicBezTo>
                      <a:cubicBezTo>
                        <a:pt x="27757" y="182662"/>
                        <a:pt x="27980" y="182440"/>
                        <a:pt x="28202" y="182440"/>
                      </a:cubicBezTo>
                      <a:cubicBezTo>
                        <a:pt x="35771" y="179774"/>
                        <a:pt x="74279" y="166887"/>
                        <a:pt x="107223" y="166887"/>
                      </a:cubicBezTo>
                      <a:close/>
                      <a:moveTo>
                        <a:pt x="291929" y="132875"/>
                      </a:moveTo>
                      <a:cubicBezTo>
                        <a:pt x="334656" y="135097"/>
                        <a:pt x="381167" y="151762"/>
                        <a:pt x="383170" y="152651"/>
                      </a:cubicBezTo>
                      <a:cubicBezTo>
                        <a:pt x="384283" y="153096"/>
                        <a:pt x="385173" y="153762"/>
                        <a:pt x="386063" y="154207"/>
                      </a:cubicBezTo>
                      <a:cubicBezTo>
                        <a:pt x="387621" y="155096"/>
                        <a:pt x="389178" y="155762"/>
                        <a:pt x="390291" y="156873"/>
                      </a:cubicBezTo>
                      <a:cubicBezTo>
                        <a:pt x="391626" y="157984"/>
                        <a:pt x="392294" y="159095"/>
                        <a:pt x="393184" y="160206"/>
                      </a:cubicBezTo>
                      <a:cubicBezTo>
                        <a:pt x="394074" y="161539"/>
                        <a:pt x="395187" y="162428"/>
                        <a:pt x="395855" y="163761"/>
                      </a:cubicBezTo>
                      <a:cubicBezTo>
                        <a:pt x="396522" y="165317"/>
                        <a:pt x="396967" y="166872"/>
                        <a:pt x="397412" y="168650"/>
                      </a:cubicBezTo>
                      <a:cubicBezTo>
                        <a:pt x="397635" y="169761"/>
                        <a:pt x="398303" y="170650"/>
                        <a:pt x="398303" y="171761"/>
                      </a:cubicBezTo>
                      <a:lnTo>
                        <a:pt x="416773" y="337969"/>
                      </a:lnTo>
                      <a:cubicBezTo>
                        <a:pt x="418331" y="350634"/>
                        <a:pt x="409207" y="362189"/>
                        <a:pt x="396522" y="363522"/>
                      </a:cubicBezTo>
                      <a:cubicBezTo>
                        <a:pt x="395632" y="363522"/>
                        <a:pt x="394742" y="363744"/>
                        <a:pt x="393852" y="363744"/>
                      </a:cubicBezTo>
                      <a:cubicBezTo>
                        <a:pt x="382280" y="363744"/>
                        <a:pt x="372265" y="354856"/>
                        <a:pt x="370930" y="343079"/>
                      </a:cubicBezTo>
                      <a:lnTo>
                        <a:pt x="354017" y="191759"/>
                      </a:lnTo>
                      <a:cubicBezTo>
                        <a:pt x="352014" y="191092"/>
                        <a:pt x="350012" y="190426"/>
                        <a:pt x="347564" y="189759"/>
                      </a:cubicBezTo>
                      <a:lnTo>
                        <a:pt x="347564" y="347523"/>
                      </a:lnTo>
                      <a:lnTo>
                        <a:pt x="366034" y="575948"/>
                      </a:lnTo>
                      <a:cubicBezTo>
                        <a:pt x="367370" y="591280"/>
                        <a:pt x="355798" y="604612"/>
                        <a:pt x="340665" y="605723"/>
                      </a:cubicBezTo>
                      <a:cubicBezTo>
                        <a:pt x="339775" y="605945"/>
                        <a:pt x="339107" y="605945"/>
                        <a:pt x="338440" y="605945"/>
                      </a:cubicBezTo>
                      <a:cubicBezTo>
                        <a:pt x="323974" y="605945"/>
                        <a:pt x="311957" y="594835"/>
                        <a:pt x="310622" y="580392"/>
                      </a:cubicBezTo>
                      <a:lnTo>
                        <a:pt x="294154" y="373965"/>
                      </a:lnTo>
                      <a:cubicBezTo>
                        <a:pt x="290594" y="375299"/>
                        <a:pt x="286810" y="376187"/>
                        <a:pt x="282805" y="376187"/>
                      </a:cubicBezTo>
                      <a:cubicBezTo>
                        <a:pt x="279022" y="376187"/>
                        <a:pt x="275238" y="375299"/>
                        <a:pt x="271678" y="373965"/>
                      </a:cubicBezTo>
                      <a:lnTo>
                        <a:pt x="254987" y="580392"/>
                      </a:lnTo>
                      <a:cubicBezTo>
                        <a:pt x="253875" y="594835"/>
                        <a:pt x="241858" y="605945"/>
                        <a:pt x="227393" y="605945"/>
                      </a:cubicBezTo>
                      <a:cubicBezTo>
                        <a:pt x="226725" y="605945"/>
                        <a:pt x="225835" y="605945"/>
                        <a:pt x="225167" y="605723"/>
                      </a:cubicBezTo>
                      <a:cubicBezTo>
                        <a:pt x="209812" y="604612"/>
                        <a:pt x="198462" y="591280"/>
                        <a:pt x="199798" y="575948"/>
                      </a:cubicBezTo>
                      <a:lnTo>
                        <a:pt x="218046" y="347523"/>
                      </a:lnTo>
                      <a:lnTo>
                        <a:pt x="218046" y="189759"/>
                      </a:lnTo>
                      <a:cubicBezTo>
                        <a:pt x="215821" y="190426"/>
                        <a:pt x="213595" y="191092"/>
                        <a:pt x="211815" y="191759"/>
                      </a:cubicBezTo>
                      <a:lnTo>
                        <a:pt x="194902" y="343079"/>
                      </a:lnTo>
                      <a:cubicBezTo>
                        <a:pt x="193567" y="354856"/>
                        <a:pt x="183552" y="363744"/>
                        <a:pt x="171980" y="363744"/>
                      </a:cubicBezTo>
                      <a:cubicBezTo>
                        <a:pt x="171090" y="363744"/>
                        <a:pt x="170200" y="363744"/>
                        <a:pt x="169310" y="363522"/>
                      </a:cubicBezTo>
                      <a:cubicBezTo>
                        <a:pt x="156625" y="362189"/>
                        <a:pt x="147501" y="350634"/>
                        <a:pt x="148836" y="337969"/>
                      </a:cubicBezTo>
                      <a:lnTo>
                        <a:pt x="167307" y="171761"/>
                      </a:lnTo>
                      <a:cubicBezTo>
                        <a:pt x="167530" y="170650"/>
                        <a:pt x="168197" y="169539"/>
                        <a:pt x="168420" y="168428"/>
                      </a:cubicBezTo>
                      <a:cubicBezTo>
                        <a:pt x="168865" y="166872"/>
                        <a:pt x="169087" y="165317"/>
                        <a:pt x="169977" y="163984"/>
                      </a:cubicBezTo>
                      <a:cubicBezTo>
                        <a:pt x="170645" y="162206"/>
                        <a:pt x="171980" y="160873"/>
                        <a:pt x="173093" y="159540"/>
                      </a:cubicBezTo>
                      <a:cubicBezTo>
                        <a:pt x="173761" y="158651"/>
                        <a:pt x="174206" y="157762"/>
                        <a:pt x="175096" y="157095"/>
                      </a:cubicBezTo>
                      <a:cubicBezTo>
                        <a:pt x="176876" y="155540"/>
                        <a:pt x="179102" y="154429"/>
                        <a:pt x="181327" y="153318"/>
                      </a:cubicBezTo>
                      <a:cubicBezTo>
                        <a:pt x="181772" y="153096"/>
                        <a:pt x="181995" y="152874"/>
                        <a:pt x="182440" y="152651"/>
                      </a:cubicBezTo>
                      <a:cubicBezTo>
                        <a:pt x="182662" y="152651"/>
                        <a:pt x="182885" y="152429"/>
                        <a:pt x="183107" y="152429"/>
                      </a:cubicBezTo>
                      <a:cubicBezTo>
                        <a:pt x="183552" y="152207"/>
                        <a:pt x="183775" y="152207"/>
                        <a:pt x="184220" y="151985"/>
                      </a:cubicBezTo>
                      <a:cubicBezTo>
                        <a:pt x="192899" y="148874"/>
                        <a:pt x="234959" y="135097"/>
                        <a:pt x="273903" y="133097"/>
                      </a:cubicBezTo>
                      <a:lnTo>
                        <a:pt x="279689" y="144652"/>
                      </a:lnTo>
                      <a:lnTo>
                        <a:pt x="279912" y="144652"/>
                      </a:lnTo>
                      <a:lnTo>
                        <a:pt x="264334" y="265975"/>
                      </a:lnTo>
                      <a:lnTo>
                        <a:pt x="282805" y="298194"/>
                      </a:lnTo>
                      <a:lnTo>
                        <a:pt x="301498" y="265975"/>
                      </a:lnTo>
                      <a:lnTo>
                        <a:pt x="285920" y="144652"/>
                      </a:lnTo>
                      <a:close/>
                      <a:moveTo>
                        <a:pt x="458589" y="60898"/>
                      </a:moveTo>
                      <a:cubicBezTo>
                        <a:pt x="484408" y="60898"/>
                        <a:pt x="505339" y="83772"/>
                        <a:pt x="505339" y="111988"/>
                      </a:cubicBezTo>
                      <a:cubicBezTo>
                        <a:pt x="505339" y="140204"/>
                        <a:pt x="484408" y="163078"/>
                        <a:pt x="458589" y="163078"/>
                      </a:cubicBezTo>
                      <a:cubicBezTo>
                        <a:pt x="432770" y="163078"/>
                        <a:pt x="411839" y="140204"/>
                        <a:pt x="411839" y="111988"/>
                      </a:cubicBezTo>
                      <a:cubicBezTo>
                        <a:pt x="411839" y="83772"/>
                        <a:pt x="432770" y="60898"/>
                        <a:pt x="458589" y="60898"/>
                      </a:cubicBezTo>
                      <a:close/>
                      <a:moveTo>
                        <a:pt x="107209" y="60898"/>
                      </a:moveTo>
                      <a:cubicBezTo>
                        <a:pt x="133009" y="60898"/>
                        <a:pt x="153924" y="83772"/>
                        <a:pt x="153924" y="111988"/>
                      </a:cubicBezTo>
                      <a:cubicBezTo>
                        <a:pt x="153924" y="140204"/>
                        <a:pt x="133009" y="163078"/>
                        <a:pt x="107209" y="163078"/>
                      </a:cubicBezTo>
                      <a:cubicBezTo>
                        <a:pt x="81409" y="163078"/>
                        <a:pt x="60494" y="140204"/>
                        <a:pt x="60494" y="111988"/>
                      </a:cubicBezTo>
                      <a:cubicBezTo>
                        <a:pt x="60494" y="83772"/>
                        <a:pt x="81409" y="60898"/>
                        <a:pt x="107209" y="60898"/>
                      </a:cubicBezTo>
                      <a:close/>
                      <a:moveTo>
                        <a:pt x="282810" y="0"/>
                      </a:moveTo>
                      <a:cubicBezTo>
                        <a:pt x="315137" y="0"/>
                        <a:pt x="341344" y="28655"/>
                        <a:pt x="341344" y="64003"/>
                      </a:cubicBezTo>
                      <a:cubicBezTo>
                        <a:pt x="341344" y="99351"/>
                        <a:pt x="315137" y="128006"/>
                        <a:pt x="282810" y="128006"/>
                      </a:cubicBezTo>
                      <a:cubicBezTo>
                        <a:pt x="250483" y="128006"/>
                        <a:pt x="224276" y="99351"/>
                        <a:pt x="224276" y="64003"/>
                      </a:cubicBezTo>
                      <a:cubicBezTo>
                        <a:pt x="224276" y="28655"/>
                        <a:pt x="250483" y="0"/>
                        <a:pt x="28281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spcBef>
                      <a:spcPct val="0"/>
                    </a:spcBef>
                    <a:spcAft>
                      <a:spcPct val="0"/>
                    </a:spcAft>
                  </a:pPr>
                </a:p>
              </p:txBody>
            </p:sp>
          </p:grpSp>
          <p:sp>
            <p:nvSpPr>
              <p:cNvPr id="9" name="Freeform 9" descr="51758a2c-1458-4642-8c6d-f71fa8249b26"/>
              <p:cNvSpPr/>
              <p:nvPr>
                <p:custDataLst>
                  <p:tags r:id="rId15"/>
                </p:custDataLst>
              </p:nvPr>
            </p:nvSpPr>
            <p:spPr bwMode="auto">
              <a:xfrm rot="19799708">
                <a:off x="9160789" y="2525437"/>
                <a:ext cx="150813" cy="142875"/>
              </a:xfrm>
              <a:custGeom>
                <a:avLst/>
                <a:gdLst>
                  <a:gd name="T0" fmla="*/ 99 w 284"/>
                  <a:gd name="T1" fmla="*/ 5 h 270"/>
                  <a:gd name="T2" fmla="*/ 284 w 284"/>
                  <a:gd name="T3" fmla="*/ 185 h 270"/>
                  <a:gd name="T4" fmla="*/ 254 w 284"/>
                  <a:gd name="T5" fmla="*/ 189 h 270"/>
                  <a:gd name="T6" fmla="*/ 224 w 284"/>
                  <a:gd name="T7" fmla="*/ 195 h 270"/>
                  <a:gd name="T8" fmla="*/ 194 w 284"/>
                  <a:gd name="T9" fmla="*/ 201 h 270"/>
                  <a:gd name="T10" fmla="*/ 165 w 284"/>
                  <a:gd name="T11" fmla="*/ 208 h 270"/>
                  <a:gd name="T12" fmla="*/ 143 w 284"/>
                  <a:gd name="T13" fmla="*/ 215 h 270"/>
                  <a:gd name="T14" fmla="*/ 122 w 284"/>
                  <a:gd name="T15" fmla="*/ 222 h 270"/>
                  <a:gd name="T16" fmla="*/ 101 w 284"/>
                  <a:gd name="T17" fmla="*/ 229 h 270"/>
                  <a:gd name="T18" fmla="*/ 81 w 284"/>
                  <a:gd name="T19" fmla="*/ 236 h 270"/>
                  <a:gd name="T20" fmla="*/ 60 w 284"/>
                  <a:gd name="T21" fmla="*/ 244 h 270"/>
                  <a:gd name="T22" fmla="*/ 40 w 284"/>
                  <a:gd name="T23" fmla="*/ 252 h 270"/>
                  <a:gd name="T24" fmla="*/ 20 w 284"/>
                  <a:gd name="T25" fmla="*/ 260 h 270"/>
                  <a:gd name="T26" fmla="*/ 0 w 284"/>
                  <a:gd name="T27" fmla="*/ 270 h 270"/>
                  <a:gd name="T28" fmla="*/ 68 w 284"/>
                  <a:gd name="T29" fmla="*/ 10 h 270"/>
                  <a:gd name="T30" fmla="*/ 71 w 284"/>
                  <a:gd name="T31" fmla="*/ 6 h 270"/>
                  <a:gd name="T32" fmla="*/ 74 w 284"/>
                  <a:gd name="T33" fmla="*/ 4 h 270"/>
                  <a:gd name="T34" fmla="*/ 78 w 284"/>
                  <a:gd name="T35" fmla="*/ 2 h 270"/>
                  <a:gd name="T36" fmla="*/ 82 w 284"/>
                  <a:gd name="T37" fmla="*/ 0 h 270"/>
                  <a:gd name="T38" fmla="*/ 86 w 284"/>
                  <a:gd name="T39" fmla="*/ 0 h 270"/>
                  <a:gd name="T40" fmla="*/ 91 w 284"/>
                  <a:gd name="T41" fmla="*/ 0 h 270"/>
                  <a:gd name="T42" fmla="*/ 95 w 284"/>
                  <a:gd name="T43" fmla="*/ 2 h 270"/>
                  <a:gd name="T44" fmla="*/ 99 w 284"/>
                  <a:gd name="T45" fmla="*/ 5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4" h="270">
                    <a:moveTo>
                      <a:pt x="99" y="5"/>
                    </a:moveTo>
                    <a:lnTo>
                      <a:pt x="284" y="185"/>
                    </a:lnTo>
                    <a:lnTo>
                      <a:pt x="254" y="189"/>
                    </a:lnTo>
                    <a:lnTo>
                      <a:pt x="224" y="195"/>
                    </a:lnTo>
                    <a:lnTo>
                      <a:pt x="194" y="201"/>
                    </a:lnTo>
                    <a:lnTo>
                      <a:pt x="165" y="208"/>
                    </a:lnTo>
                    <a:lnTo>
                      <a:pt x="143" y="215"/>
                    </a:lnTo>
                    <a:lnTo>
                      <a:pt x="122" y="222"/>
                    </a:lnTo>
                    <a:lnTo>
                      <a:pt x="101" y="229"/>
                    </a:lnTo>
                    <a:lnTo>
                      <a:pt x="81" y="236"/>
                    </a:lnTo>
                    <a:lnTo>
                      <a:pt x="60" y="244"/>
                    </a:lnTo>
                    <a:lnTo>
                      <a:pt x="40" y="252"/>
                    </a:lnTo>
                    <a:lnTo>
                      <a:pt x="20" y="260"/>
                    </a:lnTo>
                    <a:lnTo>
                      <a:pt x="0" y="270"/>
                    </a:lnTo>
                    <a:lnTo>
                      <a:pt x="68" y="10"/>
                    </a:lnTo>
                    <a:lnTo>
                      <a:pt x="71" y="6"/>
                    </a:lnTo>
                    <a:lnTo>
                      <a:pt x="74" y="4"/>
                    </a:lnTo>
                    <a:lnTo>
                      <a:pt x="78" y="2"/>
                    </a:lnTo>
                    <a:lnTo>
                      <a:pt x="82" y="0"/>
                    </a:lnTo>
                    <a:lnTo>
                      <a:pt x="86" y="0"/>
                    </a:lnTo>
                    <a:lnTo>
                      <a:pt x="91" y="0"/>
                    </a:lnTo>
                    <a:lnTo>
                      <a:pt x="95" y="2"/>
                    </a:lnTo>
                    <a:lnTo>
                      <a:pt x="99" y="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 fontScale="25000" lnSpcReduction="20000"/>
              </a:bodyPr>
              <a:lstStyle/>
              <a:p>
                <a:pPr algn="l"/>
              </a:p>
            </p:txBody>
          </p:sp>
          <p:grpSp>
            <p:nvGrpSpPr>
              <p:cNvPr id="11" name="组合 10" descr="8666a325-613c-4aaa-8f72-17039b84e2dc"/>
              <p:cNvGrpSpPr/>
              <p:nvPr/>
            </p:nvGrpSpPr>
            <p:grpSpPr>
              <a:xfrm>
                <a:off x="6423778" y="1846539"/>
                <a:ext cx="2598488" cy="1233752"/>
                <a:chOff x="673100" y="1329756"/>
                <a:chExt cx="2786743" cy="1233752"/>
              </a:xfrm>
            </p:grpSpPr>
            <p:sp>
              <p:nvSpPr>
                <p:cNvPr id="17" name="Text3" descr="c65e90ee-be83-48c9-be42-78f19439bc77"/>
                <p:cNvSpPr/>
                <p:nvPr>
                  <p:custDataLst>
                    <p:tags r:id="rId16"/>
                  </p:custDataLst>
                </p:nvPr>
              </p:nvSpPr>
              <p:spPr bwMode="auto">
                <a:xfrm>
                  <a:off x="673100" y="1771561"/>
                  <a:ext cx="2786743" cy="7919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利用</a:t>
                  </a:r>
                  <a:r>
                    <a:rPr lang="en-US" altLang="zh-CN" sz="1200" b="0" i="0" u="non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AI</a:t>
                  </a:r>
                  <a:r>
                    <a:rPr lang="zh-CN" altLang="en-US" sz="1200" b="0" i="0" u="non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模型与知识库，辅助甚至自主优化运行与决策流程。</a:t>
                  </a:r>
                  <a:endParaRPr lang="zh-CN" altLang="en-US" sz="1200" b="0" i="0" u="none">
                    <a:solidFill>
                      <a:srgbClr val="2F2F2F"/>
                    </a:solidFill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" name="Bullet3" descr="4ada4a8c-aa9c-4f2e-9984-ba2b7d5142bc"/>
                <p:cNvSpPr txBox="1"/>
                <p:nvPr>
                  <p:custDataLst>
                    <p:tags r:id="rId17"/>
                  </p:custDataLst>
                </p:nvPr>
              </p:nvSpPr>
              <p:spPr bwMode="auto">
                <a:xfrm>
                  <a:off x="673100" y="1329756"/>
                  <a:ext cx="2786743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lang="zh-CN" altLang="en-US" sz="1800" b="1" i="0" u="none">
                      <a:solidFill>
                        <a:srgbClr val="2F2F2F"/>
                      </a:solidFill>
                      <a:ea typeface="微软雅黑" panose="020B0503020204020204" pitchFamily="34" charset="-122"/>
                    </a:rPr>
                    <a:t>智能决策与协同</a:t>
                  </a:r>
                  <a:endParaRPr lang="en-US" sz="1800" b="1" i="0" u="none">
                    <a:solidFill>
                      <a:srgbClr val="2F2F2F"/>
                    </a:solidFill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14" name="标题 13" descr="64abdbec-cd99-4bd8-a1fb-8f1042f7d3c6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pitchFamily="34" charset="-122"/>
              </a:rPr>
              <a:t>应用场景</a:t>
            </a:r>
            <a:endParaRPr lang="en-US" sz="2800" b="1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8f2c51f6-207c-4572-84c8-9f1cf04becdb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6000" b="1" i="0" u="none">
                <a:solidFill>
                  <a:srgbClr val="2F2F2F"/>
                </a:solidFill>
                <a:ea typeface="微软雅黑" panose="020B0503020204020204" pitchFamily="34" charset="-122"/>
              </a:rPr>
              <a:t>谢谢观看</a:t>
            </a:r>
            <a:endParaRPr lang="en-US" sz="6000" b="1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  <p:sp>
        <p:nvSpPr>
          <p:cNvPr id="4" name="文本占位符 3" descr="e0861a7f-6f1c-427c-ab97-8100985de26b"/>
          <p:cNvSpPr>
            <a:spLocks noGrp="1"/>
          </p:cNvSpPr>
          <p:nvPr>
            <p:ph type="body" sz="quarter" idx="13" hasCustomPrompt="1"/>
          </p:nvPr>
        </p:nvSpPr>
        <p:spPr/>
        <p:txBody>
          <a:bodyPr anchorCtr="0"/>
          <a:lstStyle/>
          <a:p>
            <a:pPr algn="r">
              <a:lnSpc>
                <a:spcPct val="100000"/>
              </a:lnSpc>
              <a:spcBef>
                <a:spcPts val="1000"/>
              </a:spcBef>
            </a:pPr>
            <a:endParaRPr lang="en-US" sz="1200" b="0" i="0" u="none">
              <a:solidFill>
                <a:srgbClr val="2F2F2F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占位符 6" descr="fd246f36-8ce0-4a36-914b-1a8960bf2295"/>
          <p:cNvSpPr>
            <a:spLocks noGrp="1"/>
          </p:cNvSpPr>
          <p:nvPr>
            <p:ph type="body" sz="quarter" idx="14" hasCustomPrompt="1"/>
          </p:nvPr>
        </p:nvSpPr>
        <p:spPr/>
        <p:txBody>
          <a:bodyPr anchorCtr="0"/>
          <a:lstStyle/>
          <a:p>
            <a:pPr algn="r">
              <a:lnSpc>
                <a:spcPct val="100000"/>
              </a:lnSpc>
              <a:spcBef>
                <a:spcPts val="1000"/>
              </a:spcBef>
            </a:pPr>
            <a:endParaRPr lang="en-US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339.00086614173233,&quot;left&quot;:0,&quot;top&quot;:89,&quot;width&quot;:960}"/>
</p:tagLst>
</file>

<file path=ppt/tags/tag2.xml><?xml version="1.0" encoding="utf-8"?>
<p:tagLst xmlns:p="http://schemas.openxmlformats.org/presentationml/2006/main">
  <p:tag name="KSO_WM_DIAGRAM_VIRTUALLY_FRAME" val="{&quot;height&quot;:339.00086614173233,&quot;left&quot;:0,&quot;top&quot;:89,&quot;width&quot;:960}"/>
</p:tagLst>
</file>

<file path=ppt/tags/tag3.xml><?xml version="1.0" encoding="utf-8"?>
<p:tagLst xmlns:p="http://schemas.openxmlformats.org/presentationml/2006/main">
  <p:tag name="KSO_WM_DIAGRAM_VIRTUALLY_FRAME" val="{&quot;height&quot;:339.00086614173233,&quot;left&quot;:0,&quot;top&quot;:89,&quot;width&quot;:960}"/>
</p:tagLst>
</file>

<file path=ppt/tags/tag4.xml><?xml version="1.0" encoding="utf-8"?>
<p:tagLst xmlns:p="http://schemas.openxmlformats.org/presentationml/2006/main">
  <p:tag name="KSO_WM_DIAGRAM_VIRTUALLY_FRAME" val="{&quot;height&quot;:339.00086614173233,&quot;left&quot;:0,&quot;top&quot;:89,&quot;width&quot;:960}"/>
</p:tagLst>
</file>

<file path=ppt/tags/tag5.xml><?xml version="1.0" encoding="utf-8"?>
<p:tagLst xmlns:p="http://schemas.openxmlformats.org/presentationml/2006/main">
  <p:tag name="KSO_WM_DIAGRAM_VIRTUALLY_FRAME" val="{&quot;height&quot;:339.00086614173233,&quot;left&quot;:0,&quot;top&quot;:89,&quot;width&quot;:960}"/>
</p:tagLst>
</file>

<file path=ppt/tags/tag6.xml><?xml version="1.0" encoding="utf-8"?>
<p:tagLst xmlns:p="http://schemas.openxmlformats.org/presentationml/2006/main">
  <p:tag name="KSO_WM_DIAGRAM_VIRTUALLY_FRAME" val="{&quot;height&quot;:339.00086614173233,&quot;left&quot;:0,&quot;top&quot;:89,&quot;width&quot;:960}"/>
</p:tagLst>
</file>

<file path=ppt/tags/tag7.xml><?xml version="1.0" encoding="utf-8"?>
<p:tagLst xmlns:p="http://schemas.openxmlformats.org/presentationml/2006/main">
  <p:tag name="KSO_WM_DIAGRAM_VIRTUALLY_FRAME" val="{&quot;height&quot;:339.00086614173233,&quot;left&quot;:0,&quot;top&quot;:89,&quot;width&quot;:960}"/>
</p:tagLst>
</file>

<file path=ppt/tags/tag8.xml><?xml version="1.0" encoding="utf-8"?>
<p:tagLst xmlns:p="http://schemas.openxmlformats.org/presentationml/2006/main">
  <p:tag name="KSO_WM_DIAGRAM_VIRTUALLY_FRAME" val="{&quot;height&quot;:339.00086614173233,&quot;left&quot;:0,&quot;top&quot;:89,&quot;width&quot;:960}"/>
</p:tagLst>
</file>

<file path=ppt/tags/tag9.xml><?xml version="1.0" encoding="utf-8"?>
<p:tagLst xmlns:p="http://schemas.openxmlformats.org/presentationml/2006/main">
  <p:tag name="KSO_WM_DIAGRAM_VIRTUALLY_FRAME" val="{&quot;height&quot;:339.00086614173233,&quot;left&quot;:0,&quot;top&quot;:89,&quot;width&quot;:960}"/>
</p:tagLst>
</file>

<file path=ppt/tags/tag10.xml><?xml version="1.0" encoding="utf-8"?>
<p:tagLst xmlns:p="http://schemas.openxmlformats.org/presentationml/2006/main">
  <p:tag name="KSO_WM_DIAGRAM_VIRTUALLY_FRAME" val="{&quot;height&quot;:339.00086614173233,&quot;left&quot;:0,&quot;top&quot;:89,&quot;width&quot;:960}"/>
</p:tagLst>
</file>

<file path=ppt/tags/tag11.xml><?xml version="1.0" encoding="utf-8"?>
<p:tagLst xmlns:p="http://schemas.openxmlformats.org/presentationml/2006/main">
  <p:tag name="KSO_WM_DIAGRAM_VIRTUALLY_FRAME" val="{&quot;height&quot;:339.00086614173233,&quot;left&quot;:0,&quot;top&quot;:89,&quot;width&quot;:960}"/>
</p:tagLst>
</file>

<file path=ppt/tags/tag12.xml><?xml version="1.0" encoding="utf-8"?>
<p:tagLst xmlns:p="http://schemas.openxmlformats.org/presentationml/2006/main">
  <p:tag name="KSO_WM_DIAGRAM_VIRTUALLY_FRAME" val="{&quot;height&quot;:339.00086614173233,&quot;left&quot;:0,&quot;top&quot;:89,&quot;width&quot;:960}"/>
</p:tagLst>
</file>

<file path=ppt/tags/tag13.xml><?xml version="1.0" encoding="utf-8"?>
<p:tagLst xmlns:p="http://schemas.openxmlformats.org/presentationml/2006/main">
  <p:tag name="KSO_WM_DIAGRAM_VIRTUALLY_FRAME" val="{&quot;height&quot;:339.00086614173233,&quot;left&quot;:0,&quot;top&quot;:89,&quot;width&quot;:960}"/>
</p:tagLst>
</file>

<file path=ppt/tags/tag14.xml><?xml version="1.0" encoding="utf-8"?>
<p:tagLst xmlns:p="http://schemas.openxmlformats.org/presentationml/2006/main">
  <p:tag name="KSO_WM_DIAGRAM_VIRTUALLY_FRAME" val="{&quot;height&quot;:339.00086614173233,&quot;left&quot;:0,&quot;top&quot;:89,&quot;width&quot;:960}"/>
</p:tagLst>
</file>

<file path=ppt/tags/tag15.xml><?xml version="1.0" encoding="utf-8"?>
<p:tagLst xmlns:p="http://schemas.openxmlformats.org/presentationml/2006/main">
  <p:tag name="KSO_WM_DIAGRAM_VIRTUALLY_FRAME" val="{&quot;height&quot;:339.00086614173233,&quot;left&quot;:0,&quot;top&quot;:89,&quot;width&quot;:960}"/>
</p:tagLst>
</file>

<file path=ppt/tags/tag16.xml><?xml version="1.0" encoding="utf-8"?>
<p:tagLst xmlns:p="http://schemas.openxmlformats.org/presentationml/2006/main">
  <p:tag name="KSO_WM_DIAGRAM_VIRTUALLY_FRAME" val="{&quot;height&quot;:339.00086614173233,&quot;left&quot;:0,&quot;top&quot;:89,&quot;width&quot;:960}"/>
</p:tagLst>
</file>

<file path=ppt/tags/tag17.xml><?xml version="1.0" encoding="utf-8"?>
<p:tagLst xmlns:p="http://schemas.openxmlformats.org/presentationml/2006/main">
  <p:tag name="KSO_WM_DIAGRAM_VIRTUALLY_FRAME" val="{&quot;height&quot;:339.00086614173233,&quot;left&quot;:0,&quot;top&quot;:89,&quot;width&quot;:960}"/>
</p:tagLst>
</file>

<file path=ppt/tags/tag18.xml><?xml version="1.0" encoding="utf-8"?>
<p:tagLst xmlns:p="http://schemas.openxmlformats.org/presentationml/2006/main">
  <p:tag name="KSO_WM_DIAGRAM_VIRTUALLY_FRAME" val="{&quot;height&quot;:339.00086614173233,&quot;left&quot;:0,&quot;top&quot;:89,&quot;width&quot;:960}"/>
</p:tagLst>
</file>

<file path=ppt/tags/tag19.xml><?xml version="1.0" encoding="utf-8"?>
<p:tagLst xmlns:p="http://schemas.openxmlformats.org/presentationml/2006/main">
  <p:tag name="KSO_WM_DIAGRAM_VIRTUALLY_FRAME" val="{&quot;height&quot;:339.00086614173233,&quot;left&quot;:0,&quot;top&quot;:89,&quot;width&quot;:960}"/>
</p:tagLst>
</file>

<file path=ppt/tags/tag20.xml><?xml version="1.0" encoding="utf-8"?>
<p:tagLst xmlns:p="http://schemas.openxmlformats.org/presentationml/2006/main">
  <p:tag name="KSO_WM_DIAGRAM_VIRTUALLY_FRAME" val="{&quot;height&quot;:339.00086614173233,&quot;left&quot;:0,&quot;top&quot;:89,&quot;width&quot;:960}"/>
</p:tagLst>
</file>

<file path=ppt/tags/tag21.xml><?xml version="1.0" encoding="utf-8"?>
<p:tagLst xmlns:p="http://schemas.openxmlformats.org/presentationml/2006/main">
  <p:tag name="KSO_WM_DIAGRAM_VIRTUALLY_FRAME" val="{&quot;height&quot;:339.00086614173233,&quot;left&quot;:0,&quot;top&quot;:89,&quot;width&quot;:960}"/>
</p:tagLst>
</file>

<file path=ppt/tags/tag22.xml><?xml version="1.0" encoding="utf-8"?>
<p:tagLst xmlns:p="http://schemas.openxmlformats.org/presentationml/2006/main">
  <p:tag name="KSO_WM_DIAGRAM_VIRTUALLY_FRAME" val="{&quot;height&quot;:402,&quot;left&quot;:52,&quot;top&quot;:89,&quot;width&quot;:810.2440944881889}"/>
</p:tagLst>
</file>

<file path=ppt/tags/tag23.xml><?xml version="1.0" encoding="utf-8"?>
<p:tagLst xmlns:p="http://schemas.openxmlformats.org/presentationml/2006/main">
  <p:tag name="KSO_WM_DIAGRAM_VIRTUALLY_FRAME" val="{&quot;height&quot;:402,&quot;left&quot;:52,&quot;top&quot;:89,&quot;width&quot;:810.2440944881889}"/>
</p:tagLst>
</file>

<file path=ppt/tags/tag24.xml><?xml version="1.0" encoding="utf-8"?>
<p:tagLst xmlns:p="http://schemas.openxmlformats.org/presentationml/2006/main">
  <p:tag name="KSO_WM_DIAGRAM_VIRTUALLY_FRAME" val="{&quot;height&quot;:402,&quot;left&quot;:52,&quot;top&quot;:89,&quot;width&quot;:810.2440944881889}"/>
</p:tagLst>
</file>

<file path=ppt/tags/tag25.xml><?xml version="1.0" encoding="utf-8"?>
<p:tagLst xmlns:p="http://schemas.openxmlformats.org/presentationml/2006/main">
  <p:tag name="KSO_WM_DIAGRAM_VIRTUALLY_FRAME" val="{&quot;height&quot;:402,&quot;left&quot;:52,&quot;top&quot;:89,&quot;width&quot;:810.2440944881889}"/>
</p:tagLst>
</file>

<file path=ppt/tags/tag26.xml><?xml version="1.0" encoding="utf-8"?>
<p:tagLst xmlns:p="http://schemas.openxmlformats.org/presentationml/2006/main">
  <p:tag name="KSO_WM_DIAGRAM_VIRTUALLY_FRAME" val="{&quot;height&quot;:402,&quot;left&quot;:52,&quot;top&quot;:89,&quot;width&quot;:810.2440944881889}"/>
</p:tagLst>
</file>

<file path=ppt/tags/tag27.xml><?xml version="1.0" encoding="utf-8"?>
<p:tagLst xmlns:p="http://schemas.openxmlformats.org/presentationml/2006/main">
  <p:tag name="KSO_WM_DIAGRAM_VIRTUALLY_FRAME" val="{&quot;height&quot;:402,&quot;left&quot;:52,&quot;top&quot;:89,&quot;width&quot;:810.2440944881889}"/>
</p:tagLst>
</file>

<file path=ppt/tags/tag28.xml><?xml version="1.0" encoding="utf-8"?>
<p:tagLst xmlns:p="http://schemas.openxmlformats.org/presentationml/2006/main">
  <p:tag name="KSO_WM_DIAGRAM_VIRTUALLY_FRAME" val="{&quot;height&quot;:402,&quot;left&quot;:52,&quot;top&quot;:89,&quot;width&quot;:810.2440944881889}"/>
</p:tagLst>
</file>

<file path=ppt/tags/tag29.xml><?xml version="1.0" encoding="utf-8"?>
<p:tagLst xmlns:p="http://schemas.openxmlformats.org/presentationml/2006/main">
  <p:tag name="KSO_WM_DIAGRAM_VIRTUALLY_FRAME" val="{&quot;height&quot;:402,&quot;left&quot;:52,&quot;top&quot;:89,&quot;width&quot;:810.2440944881889}"/>
</p:tagLst>
</file>

<file path=ppt/tags/tag30.xml><?xml version="1.0" encoding="utf-8"?>
<p:tagLst xmlns:p="http://schemas.openxmlformats.org/presentationml/2006/main">
  <p:tag name="KSO_WM_DIAGRAM_VIRTUALLY_FRAME" val="{&quot;height&quot;:402,&quot;left&quot;:52,&quot;top&quot;:89,&quot;width&quot;:810.2440944881889}"/>
</p:tagLst>
</file>

<file path=ppt/tags/tag31.xml><?xml version="1.0" encoding="utf-8"?>
<p:tagLst xmlns:p="http://schemas.openxmlformats.org/presentationml/2006/main">
  <p:tag name="KSO_WM_DIAGRAM_VIRTUALLY_FRAME" val="{&quot;height&quot;:402,&quot;left&quot;:52,&quot;top&quot;:89,&quot;width&quot;:810.2440944881889}"/>
</p:tagLst>
</file>

<file path=ppt/tags/tag32.xml><?xml version="1.0" encoding="utf-8"?>
<p:tagLst xmlns:p="http://schemas.openxmlformats.org/presentationml/2006/main">
  <p:tag name="KSO_WM_DIAGRAM_VIRTUALLY_FRAME" val="{&quot;height&quot;:402,&quot;left&quot;:52,&quot;top&quot;:89,&quot;width&quot;:810.2440944881889}"/>
</p:tagLst>
</file>

<file path=ppt/tags/tag33.xml><?xml version="1.0" encoding="utf-8"?>
<p:tagLst xmlns:p="http://schemas.openxmlformats.org/presentationml/2006/main">
  <p:tag name="KSO_WM_DIAGRAM_VIRTUALLY_FRAME" val="{&quot;height&quot;:402,&quot;left&quot;:52,&quot;top&quot;:89,&quot;width&quot;:810.2440944881889}"/>
</p:tagLst>
</file>

<file path=ppt/tags/tag34.xml><?xml version="1.0" encoding="utf-8"?>
<p:tagLst xmlns:p="http://schemas.openxmlformats.org/presentationml/2006/main">
  <p:tag name="KSO_WM_DIAGRAM_VIRTUALLY_FRAME" val="{&quot;height&quot;:402,&quot;left&quot;:52,&quot;top&quot;:89,&quot;width&quot;:810.2440944881889}"/>
</p:tagLst>
</file>

<file path=ppt/tags/tag35.xml><?xml version="1.0" encoding="utf-8"?>
<p:tagLst xmlns:p="http://schemas.openxmlformats.org/presentationml/2006/main">
  <p:tag name="KSO_WM_DIAGRAM_VIRTUALLY_FRAME" val="{&quot;height&quot;:402,&quot;left&quot;:52,&quot;top&quot;:89,&quot;width&quot;:810.2440944881889}"/>
</p:tagLst>
</file>

<file path=ppt/tags/tag36.xml><?xml version="1.0" encoding="utf-8"?>
<p:tagLst xmlns:p="http://schemas.openxmlformats.org/presentationml/2006/main">
  <p:tag name="KSO_WM_DIAGRAM_VIRTUALLY_FRAME" val="{&quot;height&quot;:402,&quot;left&quot;:52,&quot;top&quot;:89,&quot;width&quot;:810.2440944881889}"/>
</p:tagLst>
</file>

<file path=ppt/tags/tag37.xml><?xml version="1.0" encoding="utf-8"?>
<p:tagLst xmlns:p="http://schemas.openxmlformats.org/presentationml/2006/main">
  <p:tag name="KSO_WM_DIAGRAM_VIRTUALLY_FRAME" val="{&quot;height&quot;:402,&quot;left&quot;:52,&quot;top&quot;:89,&quot;width&quot;:810.2440944881889}"/>
</p:tagLst>
</file>

<file path=ppt/tags/tag38.xml><?xml version="1.0" encoding="utf-8"?>
<p:tagLst xmlns:p="http://schemas.openxmlformats.org/presentationml/2006/main">
  <p:tag name="KSO_WM_DIAGRAM_VIRTUALLY_FRAME" val="{&quot;height&quot;:402,&quot;left&quot;:52,&quot;top&quot;:89,&quot;width&quot;:810.2440944881889}"/>
</p:tagLst>
</file>

<file path=ppt/tags/tag39.xml><?xml version="1.0" encoding="utf-8"?>
<p:tagLst xmlns:p="http://schemas.openxmlformats.org/presentationml/2006/main">
  <p:tag name="AS_NET" val="8.0.8"/>
  <p:tag name="AS_OS" val="Microsoft Windows NT 10.0.22631.0"/>
  <p:tag name="AS_RELEASE_DATE" val="2024.08.14"/>
  <p:tag name="AS_TITLE" val="Aspose.Slides for .NET6"/>
  <p:tag name="AS_VERSION" val="24.8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Slide Master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46A9FA"/>
      </a:accent1>
      <a:accent2>
        <a:srgbClr val="646CF7"/>
      </a:accent2>
      <a:accent3>
        <a:srgbClr val="4DDAFF"/>
      </a:accent3>
      <a:accent4>
        <a:srgbClr val="CBCFD1"/>
      </a:accent4>
      <a:accent5>
        <a:srgbClr val="A6AAAB"/>
      </a:accent5>
      <a:accent6>
        <a:srgbClr val="7C7E7F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0</TotalTime>
  <Words>1466</Words>
  <Application>WPS 演示</Application>
  <PresentationFormat>宽屏</PresentationFormat>
  <Paragraphs>290</Paragraphs>
  <Slides>25</Slides>
  <Notes>0</Notes>
  <HiddenSlides>7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Arial</vt:lpstr>
      <vt:lpstr>Arial Unicode MS</vt:lpstr>
      <vt:lpstr>Calibri</vt:lpstr>
      <vt:lpstr>var(--dsw-font-markdown-table)</vt:lpstr>
      <vt:lpstr>Segoe Print</vt:lpstr>
      <vt:lpstr>Slide Master</vt:lpstr>
      <vt:lpstr>IndusOpsAI项目演示</vt:lpstr>
      <vt:lpstr>目录</vt:lpstr>
      <vt:lpstr>项目背景</vt:lpstr>
      <vt:lpstr>面临的挑战</vt:lpstr>
      <vt:lpstr>解决方案</vt:lpstr>
      <vt:lpstr>项目定位</vt:lpstr>
      <vt:lpstr>IndusOpsAI是什么？</vt:lpstr>
      <vt:lpstr>核心特性（一）</vt:lpstr>
      <vt:lpstr>核心功能</vt:lpstr>
      <vt:lpstr>系统架构</vt:lpstr>
      <vt:lpstr>系统架构</vt:lpstr>
      <vt:lpstr>业务流程</vt:lpstr>
      <vt:lpstr>核心特性（二）</vt:lpstr>
      <vt:lpstr>时序驱动的工业设备健康度评估与故障预警</vt:lpstr>
      <vt:lpstr>LSTM时序预测</vt:lpstr>
      <vt:lpstr>开源协作网络精准匹配</vt:lpstr>
      <vt:lpstr>开发者贡献路径智能规划</vt:lpstr>
      <vt:lpstr>时序数据可视化与智能问答联动</vt:lpstr>
      <vt:lpstr>核心特性（三）</vt:lpstr>
      <vt:lpstr>技术亮点</vt:lpstr>
      <vt:lpstr>功能截图</vt:lpstr>
      <vt:lpstr>功能截图</vt:lpstr>
      <vt:lpstr>核心特性（四）</vt:lpstr>
      <vt:lpstr>应用场景</vt:lpstr>
      <vt:lpstr>谢谢观看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iSlide</dc:creator>
  <cp:lastModifiedBy>周生</cp:lastModifiedBy>
  <cp:revision>3</cp:revision>
  <cp:lastPrinted>2024-04-15T00:00:00Z</cp:lastPrinted>
  <dcterms:created xsi:type="dcterms:W3CDTF">2024-04-15T00:00:00Z</dcterms:created>
  <dcterms:modified xsi:type="dcterms:W3CDTF">2026-01-01T20:58:13Z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f061264f-8f69-44e1-a3e0-39779b7ed2f6</vt:lpwstr>
  </property>
  <property fmtid="{D5CDD505-2E9C-101B-9397-08002B2CF9AE}" pid="3" name="ICV">
    <vt:lpwstr>D21C59DEF8CC49CBA8011E89E4CF920E_13</vt:lpwstr>
  </property>
  <property fmtid="{D5CDD505-2E9C-101B-9397-08002B2CF9AE}" pid="4" name="KSOProductBuildVer">
    <vt:lpwstr>2052-12.1.0.21541</vt:lpwstr>
  </property>
</Properties>
</file>